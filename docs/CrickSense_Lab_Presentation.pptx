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style2.xml" ContentType="application/vnd.ms-office.chartstyle+xml"/>
  <Override PartName="/ppt/charts/chart2.xml" ContentType="application/vnd.openxmlformats-officedocument.drawingml.chart+xml"/>
  <Override PartName="/ppt/charts/colors2.xml" ContentType="application/vnd.ms-office.chartcolorstyle+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12192000"/>
  <p:extLst>
    <p:ext uri="{521415D9-36F7-43E2-AB2F-B90AF26B5E84}">
      <p14:sectionLst xmlns:p14="http://schemas.microsoft.com/office/powerpoint/2010/main">
        <p14:section name="Title" id="{c414afca-7f89-ea14-c140-7bc7f90e9bb6}">
          <p14:sldIdLst>
            <p14:sldId id="256"/>
          </p14:sldIdLst>
        </p14:section>
        <p14:section name="Introduction" id="{bb96229d-e994-6b47-90ba-9505f23aa126}">
          <p14:sldIdLst>
            <p14:sldId id="257"/>
            <p14:sldId id="258"/>
            <p14:sldId id="259"/>
            <p14:sldId id="260"/>
          </p14:sldIdLst>
        </p14:section>
        <p14:section name="Survey" id="{33ce24fd-98b7-8f5a-bf2d-761fb5341b7f}">
          <p14:sldIdLst>
            <p14:sldId id="261"/>
            <p14:sldId id="262"/>
          </p14:sldIdLst>
        </p14:section>
        <p14:section name="System" id="{620bf24c-0aa1-8886-543d-24491bf5c998}">
          <p14:sldIdLst>
            <p14:sldId id="263"/>
            <p14:sldId id="264"/>
            <p14:sldId id="265"/>
          </p14:sldIdLst>
        </p14:section>
        <p14:section name="Results" id="{0bf0e628-0944-25ae-c4e7-3e0617eff5c0}">
          <p14:sldIdLst>
            <p14:sldId id="266"/>
            <p14:sldId id="267"/>
            <p14:sldId id="268"/>
            <p14:sldId id="269"/>
            <p14:sldId id="270"/>
            <p14:sldId id="271"/>
            <p14:sldId id="272"/>
          </p14:sldIdLst>
        </p14:section>
        <p14:section name="Close" id="{25c7b516-b74f-f4ef-f0fe-c9b2a352476a}">
          <p14:sldIdLst>
            <p14:sldId id="273"/>
            <p14:sldId id="274"/>
            <p14:sldId id="275"/>
            <p14:sldId id="276"/>
            <p14:sldId id="277"/>
            <p14:sldId id="278"/>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500" b="0" u="none" strike="noStrike">
                <a:solidFill>
                  <a:srgbClr val="000000"/>
                </a:solidFill>
                <a:uFillTx/>
                <a:latin typeface="Times New Roman"/>
              </a:rPr>
              <a:t>Score-bar ball counts seen (of 121), whole final</a:t>
            </a:r>
          </a:p>
        </c:rich>
      </c:tx>
      <c:overlay val="0"/>
      <c:spPr>
        <a:noFill/>
        <a:ln w="0">
          <a:noFill/>
        </a:ln>
      </c:spPr>
    </c:title>
    <c:autoTitleDeleted val="0"/>
    <c:plotArea>
      <c:barChart>
        <c:barDir val="col"/>
        <c:grouping val="clustered"/>
        <c:varyColors val="0"/>
        <c:ser>
          <c:idx val="0"/>
          <c:order val="0"/>
          <c:tx>
            <c:strRef>
              <c:f>label 0</c:f>
              <c:strCache>
                <c:ptCount val="1"/>
                <c:pt idx="0">
                  <c:v>India innings</c:v>
                </c:pt>
              </c:strCache>
            </c:strRef>
          </c:tx>
          <c:spPr>
            <a:solidFill>
              <a:srgbClr val="2A78D6"/>
            </a:solidFill>
            <a:ln w="0">
              <a:noFill/>
            </a:ln>
          </c:spPr>
          <c:invertIfNegative val="0"/>
          <c:dLbls>
            <c:numFmt formatCode="#,##0" sourceLinked="0"/>
            <c:txPr>
              <a:bodyPr wrap="square"/>
              <a:lstStyle/>
              <a:p>
                <a:pPr>
                  <a:defRPr sz="1200" b="0" u="none" strike="noStrike">
                    <a:solidFill>
                      <a:srgbClr val="000000"/>
                    </a:solidFill>
                    <a:uFillTx/>
                    <a:latin typeface="Times New Roman"/>
                  </a:defRPr>
                </a:pPr>
              </a:p>
            </c:txPr>
            <c:dLblPos val="outEnd"/>
            <c:showLegendKey val="0"/>
            <c:showVal val="1"/>
            <c:showCatName val="0"/>
            <c:showSerName val="0"/>
            <c:showPercent val="0"/>
            <c:separator>; </c:separator>
            <c:extLst>
              <c:ext xmlns:c15="http://schemas.microsoft.com/office/drawing/2012/chart" uri="{CE6537A1-D6FC-4f65-9D91-7224C49458BB}">
                <c15:showLeaderLines val="0"/>
              </c:ext>
            </c:extLst>
          </c:dLbls>
          <c:cat>
            <c:strRef>
              <c:f>categories</c:f>
              <c:strCache>
                <c:ptCount val="4"/>
                <c:pt idx="0">
                  <c:v>first reader</c:v>
                </c:pt>
                <c:pt idx="1">
                  <c:v>+ plausibility rules</c:v>
                </c:pt>
                <c:pt idx="2">
                  <c:v>+ score box by colour</c:v>
                </c:pt>
                <c:pt idx="3">
                  <c:v>+ font templates</c:v>
                </c:pt>
              </c:strCache>
            </c:strRef>
          </c:cat>
          <c:val>
            <c:numRef>
              <c:f>0</c:f>
              <c:numCache>
                <c:formatCode>General</c:formatCode>
                <c:ptCount val="4"/>
                <c:pt idx="0">
                  <c:v>67</c:v>
                </c:pt>
                <c:pt idx="1">
                  <c:v>118</c:v>
                </c:pt>
                <c:pt idx="2">
                  <c:v>118</c:v>
                </c:pt>
                <c:pt idx="3">
                  <c:v>118</c:v>
                </c:pt>
              </c:numCache>
            </c:numRef>
          </c:val>
        </c:ser>
        <c:ser>
          <c:idx val="1"/>
          <c:order val="1"/>
          <c:tx>
            <c:strRef>
              <c:f>label 1</c:f>
              <c:strCache>
                <c:ptCount val="1"/>
                <c:pt idx="0">
                  <c:v>South Africa innings</c:v>
                </c:pt>
              </c:strCache>
            </c:strRef>
          </c:tx>
          <c:spPr>
            <a:solidFill>
              <a:srgbClr val="EB6834"/>
            </a:solidFill>
            <a:ln w="0">
              <a:noFill/>
            </a:ln>
          </c:spPr>
          <c:invertIfNegative val="0"/>
          <c:dLbls>
            <c:numFmt formatCode="#,##0" sourceLinked="0"/>
            <c:txPr>
              <a:bodyPr wrap="square"/>
              <a:lstStyle/>
              <a:p>
                <a:pPr>
                  <a:defRPr sz="1200" b="0" u="none" strike="noStrike">
                    <a:solidFill>
                      <a:srgbClr val="000000"/>
                    </a:solidFill>
                    <a:uFillTx/>
                    <a:latin typeface="Times New Roman"/>
                  </a:defRPr>
                </a:pPr>
              </a:p>
            </c:txPr>
            <c:dLblPos val="outEnd"/>
            <c:showLegendKey val="0"/>
            <c:showVal val="1"/>
            <c:showCatName val="0"/>
            <c:showSerName val="0"/>
            <c:showPercent val="0"/>
            <c:separator>; </c:separator>
            <c:extLst>
              <c:ext xmlns:c15="http://schemas.microsoft.com/office/drawing/2012/chart" uri="{CE6537A1-D6FC-4f65-9D91-7224C49458BB}">
                <c15:showLeaderLines val="0"/>
              </c:ext>
            </c:extLst>
          </c:dLbls>
          <c:cat>
            <c:strRef>
              <c:f>categories</c:f>
              <c:strCache>
                <c:ptCount val="4"/>
                <c:pt idx="0">
                  <c:v>first reader</c:v>
                </c:pt>
                <c:pt idx="1">
                  <c:v>+ plausibility rules</c:v>
                </c:pt>
                <c:pt idx="2">
                  <c:v>+ score box by colour</c:v>
                </c:pt>
                <c:pt idx="3">
                  <c:v>+ font templates</c:v>
                </c:pt>
              </c:strCache>
            </c:strRef>
          </c:cat>
          <c:val>
            <c:numRef>
              <c:f>1</c:f>
              <c:numCache>
                <c:formatCode>General</c:formatCode>
                <c:ptCount val="4"/>
                <c:pt idx="0">
                  <c:v>24</c:v>
                </c:pt>
                <c:pt idx="1">
                  <c:v>90</c:v>
                </c:pt>
                <c:pt idx="2">
                  <c:v>115</c:v>
                </c:pt>
                <c:pt idx="3">
                  <c:v>117</c:v>
                </c:pt>
              </c:numCache>
            </c:numRef>
          </c:val>
        </c:ser>
        <c:gapWidth val="150"/>
        <c:overlap val="0"/>
        <c:axId val="49367641"/>
        <c:axId val="9469810"/>
      </c:barChart>
      <c:catAx>
        <c:axId val="49367641"/>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200" b="0" u="none" strike="noStrike">
                <a:solidFill>
                  <a:srgbClr val="000000"/>
                </a:solidFill>
                <a:uFillTx/>
                <a:latin typeface="Times New Roman"/>
              </a:defRPr>
            </a:pPr>
          </a:p>
        </c:txPr>
        <c:crossAx val="9469810"/>
        <c:crosses val="autoZero"/>
        <c:auto val="1"/>
        <c:lblAlgn val="ctr"/>
        <c:lblOffset val="100"/>
        <c:noMultiLvlLbl val="0"/>
      </c:catAx>
      <c:valAx>
        <c:axId val="9469810"/>
        <c:scaling>
          <c:orientation val="minMax"/>
          <c:max val="130"/>
          <c:min val="0"/>
        </c:scaling>
        <c:delete val="0"/>
        <c:axPos val="l"/>
        <c:majorGridlines>
          <c:spPr>
            <a:ln w="9360">
              <a:solidFill>
                <a:srgbClr val="E4E3DE"/>
              </a:solidFill>
              <a:round/>
            </a:ln>
          </c:spPr>
        </c:majorGridlines>
        <c:numFmt formatCode="General" sourceLinked="0"/>
        <c:majorTickMark val="out"/>
        <c:minorTickMark val="none"/>
        <c:tickLblPos val="nextTo"/>
        <c:spPr>
          <a:ln w="12600">
            <a:solidFill>
              <a:srgbClr val="888888"/>
            </a:solidFill>
            <a:round/>
          </a:ln>
        </c:spPr>
        <c:txPr>
          <a:bodyPr/>
          <a:lstStyle/>
          <a:p>
            <a:pPr>
              <a:defRPr sz="1200" b="0" u="none" strike="noStrike">
                <a:solidFill>
                  <a:srgbClr val="000000"/>
                </a:solidFill>
                <a:uFillTx/>
                <a:latin typeface="Times New Roman"/>
              </a:defRPr>
            </a:pPr>
          </a:p>
        </c:txPr>
        <c:crossAx val="49367641"/>
        <c:crosses val="autoZero"/>
        <c:crossBetween val="between"/>
      </c:valAx>
      <c:spPr>
        <a:noFill/>
        <a:ln w="0">
          <a:noFill/>
        </a:ln>
      </c:spPr>
    </c:plotArea>
    <c:legend>
      <c:legendPos val="b"/>
      <c:overlay val="0"/>
      <c:spPr>
        <a:noFill/>
        <a:ln w="0">
          <a:noFill/>
        </a:ln>
      </c:spPr>
      <c:txPr>
        <a:bodyPr/>
        <a:lstStyle/>
        <a:p>
          <a:pPr>
            <a:defRPr sz="1300" b="0" u="none" strike="noStrike">
              <a:solidFill>
                <a:srgbClr val="000000"/>
              </a:solidFill>
              <a:uFillTx/>
              <a:latin typeface="Times New Roman"/>
            </a:defRPr>
          </a:pPr>
        </a:p>
      </c:txPr>
    </c:legend>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500" b="0" u="none" strike="noStrike">
                <a:solidFill>
                  <a:srgbClr val="000000"/>
                </a:solidFill>
                <a:uFillTx/>
                <a:latin typeface="Times New Roman"/>
              </a:rPr>
              <a:t>Our time-of-flight speed vs radar (km/h)</a:t>
            </a:r>
          </a:p>
        </c:rich>
      </c:tx>
      <c:overlay val="0"/>
      <c:spPr>
        <a:noFill/>
        <a:ln w="0">
          <a:noFill/>
        </a:ln>
      </c:spPr>
    </c:title>
    <c:autoTitleDeleted val="0"/>
    <c:plotArea>
      <c:scatterChart>
        <c:scatterStyle val="lineMarker"/>
        <c:varyColors val="0"/>
        <c:ser>
          <c:idx val="0"/>
          <c:order val="0"/>
          <c:tx>
            <c:strRef>
              <c:f>label 0</c:f>
              <c:strCache>
                <c:ptCount val="1"/>
                <c:pt idx="0">
                  <c:v>T20 WC final</c:v>
                </c:pt>
              </c:strCache>
            </c:strRef>
          </c:tx>
          <c:spPr>
            <a:ln w="12600">
              <a:noFill/>
            </a:ln>
          </c:spPr>
          <c:marker>
            <c:symbol val="circle"/>
            <c:size val="10"/>
            <c:spPr>
              <a:solidFill>
                <a:srgbClr val="2A78D6"/>
              </a:solidFill>
            </c:spPr>
          </c:marker>
          <c:dLbls>
            <c:txPr>
              <a:bodyPr wrap="square"/>
              <a:lstStyle/>
              <a:p>
                <a:pPr>
                  <a:defRPr sz="1200" b="0" u="none" strike="noStrike">
                    <a:solidFill>
                      <a:srgbClr val="000000"/>
                    </a:solidFill>
                    <a:uFillTx/>
                    <a:latin typeface="Times New Roman"/>
                  </a:defRPr>
                </a:pPr>
              </a:p>
            </c:txPr>
            <c:dLblPos val="r"/>
            <c:showLegendKey val="0"/>
            <c:showVal val="0"/>
            <c:showCatName val="0"/>
            <c:showSerName val="0"/>
            <c:showPercent val="0"/>
            <c:separator>; </c:separator>
            <c:extLst>
              <c:ext xmlns:c15="http://schemas.microsoft.com/office/drawing/2012/chart" uri="{CE6537A1-D6FC-4f65-9D91-7224C49458BB}">
                <c15:showLeaderLines val="1"/>
              </c:ext>
            </c:extLst>
          </c:dLbls>
          <c:xVal>
            <c:numRef>
              <c:f>1</c:f>
              <c:numCache>
                <c:formatCode>General</c:formatCode>
                <c:ptCount val="11"/>
                <c:pt idx="0">
                  <c:v>89.2</c:v>
                </c:pt>
                <c:pt idx="1">
                  <c:v>128.4</c:v>
                </c:pt>
                <c:pt idx="2">
                  <c:v>84.9</c:v>
                </c:pt>
                <c:pt idx="3">
                  <c:v>139.3</c:v>
                </c:pt>
                <c:pt idx="4">
                  <c:v>142.4</c:v>
                </c:pt>
                <c:pt idx="5">
                  <c:v>137</c:v>
                </c:pt>
                <c:pt idx="6">
                  <c:v>144.4</c:v>
                </c:pt>
                <c:pt idx="7">
                  <c:v>87.2</c:v>
                </c:pt>
                <c:pt idx="8">
                  <c:v>90.1</c:v>
                </c:pt>
                <c:pt idx="9">
                  <c:v>85.6</c:v>
                </c:pt>
                <c:pt idx="10">
                  <c:v>88.9</c:v>
                </c:pt>
              </c:numCache>
            </c:numRef>
          </c:xVal>
          <c:yVal>
            <c:numRef>
              <c:f>0</c:f>
              <c:numCache>
                <c:formatCode>General</c:formatCode>
                <c:ptCount val="11"/>
                <c:pt idx="0">
                  <c:v>94.9</c:v>
                </c:pt>
                <c:pt idx="1">
                  <c:v>136.2</c:v>
                </c:pt>
                <c:pt idx="2">
                  <c:v>77.6</c:v>
                </c:pt>
                <c:pt idx="3">
                  <c:v>143.9</c:v>
                </c:pt>
                <c:pt idx="4">
                  <c:v>149.9</c:v>
                </c:pt>
                <c:pt idx="5">
                  <c:v>136.3</c:v>
                </c:pt>
              </c:numCache>
            </c:numRef>
          </c:yVal>
          <c:smooth val="0"/>
        </c:ser>
        <c:ser>
          <c:idx val="1"/>
          <c:order val="1"/>
          <c:tx>
            <c:strRef>
              <c:f>label 2</c:f>
              <c:strCache>
                <c:ptCount val="1"/>
                <c:pt idx="0">
                  <c:v>Super 8</c:v>
                </c:pt>
              </c:strCache>
            </c:strRef>
          </c:tx>
          <c:spPr>
            <a:ln w="12600">
              <a:noFill/>
            </a:ln>
          </c:spPr>
          <c:marker>
            <c:symbol val="circle"/>
            <c:size val="10"/>
            <c:spPr>
              <a:solidFill>
                <a:srgbClr val="EB6834"/>
              </a:solidFill>
            </c:spPr>
          </c:marker>
          <c:dLbls>
            <c:txPr>
              <a:bodyPr wrap="square"/>
              <a:lstStyle/>
              <a:p>
                <a:pPr>
                  <a:defRPr sz="1200" b="0" u="none" strike="noStrike">
                    <a:solidFill>
                      <a:srgbClr val="000000"/>
                    </a:solidFill>
                    <a:uFillTx/>
                    <a:latin typeface="Times New Roman"/>
                  </a:defRPr>
                </a:pPr>
              </a:p>
            </c:txPr>
            <c:dLblPos val="r"/>
            <c:showLegendKey val="0"/>
            <c:showVal val="0"/>
            <c:showCatName val="0"/>
            <c:showSerName val="0"/>
            <c:showPercent val="0"/>
            <c:separator>; </c:separator>
            <c:extLst>
              <c:ext xmlns:c15="http://schemas.microsoft.com/office/drawing/2012/chart" uri="{CE6537A1-D6FC-4f65-9D91-7224C49458BB}">
                <c15:showLeaderLines val="1"/>
              </c:ext>
            </c:extLst>
          </c:dLbls>
          <c:xVal>
            <c:numRef>
              <c:f>3</c:f>
              <c:numCache>
                <c:formatCode>General</c:formatCode>
                <c:ptCount val="11"/>
                <c:pt idx="0">
                  <c:v>89.2</c:v>
                </c:pt>
                <c:pt idx="1">
                  <c:v>128.4</c:v>
                </c:pt>
                <c:pt idx="2">
                  <c:v>84.9</c:v>
                </c:pt>
                <c:pt idx="3">
                  <c:v>139.3</c:v>
                </c:pt>
                <c:pt idx="4">
                  <c:v>142.4</c:v>
                </c:pt>
                <c:pt idx="5">
                  <c:v>137</c:v>
                </c:pt>
                <c:pt idx="6">
                  <c:v>144.4</c:v>
                </c:pt>
                <c:pt idx="7">
                  <c:v>87.2</c:v>
                </c:pt>
                <c:pt idx="8">
                  <c:v>90.1</c:v>
                </c:pt>
                <c:pt idx="9">
                  <c:v>85.6</c:v>
                </c:pt>
                <c:pt idx="10">
                  <c:v>88.9</c:v>
                </c:pt>
              </c:numCache>
            </c:numRef>
          </c:xVal>
          <c:yVal>
            <c:numRef>
              <c:f>2</c:f>
              <c:numCache>
                <c:formatCode>General</c:formatCode>
                <c:ptCount val="11"/>
                <c:pt idx="6">
                  <c:v>87.9</c:v>
                </c:pt>
                <c:pt idx="7">
                  <c:v>95.2</c:v>
                </c:pt>
                <c:pt idx="8">
                  <c:v>101.2</c:v>
                </c:pt>
                <c:pt idx="9">
                  <c:v>99.2</c:v>
                </c:pt>
                <c:pt idx="10">
                  <c:v>96.2</c:v>
                </c:pt>
              </c:numCache>
            </c:numRef>
          </c:yVal>
          <c:smooth val="0"/>
        </c:ser>
        <c:axId val="8301681"/>
        <c:axId val="79867604"/>
      </c:scatterChart>
      <c:valAx>
        <c:axId val="8301681"/>
        <c:scaling>
          <c:orientation val="minMax"/>
          <c:max val="165"/>
          <c:min val="70"/>
        </c:scaling>
        <c:delete val="0"/>
        <c:axPos val="b"/>
        <c:majorGridlines>
          <c:spPr>
            <a:ln w="9360">
              <a:solidFill>
                <a:srgbClr val="E4E3DE"/>
              </a:solidFill>
              <a:round/>
            </a:ln>
          </c:spPr>
        </c:majorGridlines>
        <c:title>
          <c:tx>
            <c:rich>
              <a:bodyPr rot="0"/>
              <a:lstStyle/>
              <a:p>
                <a:pPr>
                  <a:defRPr sz="1300" b="0" u="none" strike="noStrike">
                    <a:solidFill>
                      <a:srgbClr val="000000"/>
                    </a:solidFill>
                    <a:uFillTx/>
                    <a:latin typeface="Arial"/>
                  </a:defRPr>
                </a:pPr>
                <a:r>
                  <a:rPr sz="1300" b="0" u="none" strike="noStrike">
                    <a:solidFill>
                      <a:srgbClr val="000000"/>
                    </a:solidFill>
                    <a:uFillTx/>
                    <a:latin typeface="Times New Roman"/>
                  </a:rPr>
                  <a:t>broadcaster's radar</a:t>
                </a:r>
              </a:p>
            </c:rich>
          </c:tx>
          <c:overlay val="0"/>
          <c:spPr>
            <a:noFill/>
            <a:ln w="0">
              <a:noFill/>
            </a:ln>
          </c:spPr>
        </c:title>
        <c:numFmt formatCode="General" sourceLinked="0"/>
        <c:majorTickMark val="none"/>
        <c:minorTickMark val="none"/>
        <c:tickLblPos val="nextTo"/>
        <c:spPr>
          <a:ln w="12600">
            <a:solidFill>
              <a:srgbClr val="888888"/>
            </a:solidFill>
            <a:round/>
          </a:ln>
        </c:spPr>
        <c:txPr>
          <a:bodyPr/>
          <a:lstStyle/>
          <a:p>
            <a:pPr>
              <a:defRPr sz="1200" b="0" u="none" strike="noStrike">
                <a:solidFill>
                  <a:srgbClr val="000000"/>
                </a:solidFill>
                <a:uFillTx/>
                <a:latin typeface="Times New Roman"/>
              </a:defRPr>
            </a:pPr>
          </a:p>
        </c:txPr>
        <c:crossAx val="79867604"/>
        <c:crosses val="autoZero"/>
        <c:crossBetween val="midCat"/>
      </c:valAx>
      <c:valAx>
        <c:axId val="79867604"/>
        <c:scaling>
          <c:orientation val="minMax"/>
          <c:max val="165"/>
          <c:min val="70"/>
        </c:scaling>
        <c:delete val="0"/>
        <c:axPos val="l"/>
        <c:majorGridlines>
          <c:spPr>
            <a:ln w="9360">
              <a:solidFill>
                <a:srgbClr val="E4E3DE"/>
              </a:solidFill>
              <a:round/>
            </a:ln>
          </c:spPr>
        </c:majorGridlines>
        <c:title>
          <c:tx>
            <c:rich>
              <a:bodyPr rot="-5400000"/>
              <a:lstStyle/>
              <a:p>
                <a:pPr>
                  <a:defRPr sz="1300" b="0" u="none" strike="noStrike">
                    <a:solidFill>
                      <a:srgbClr val="000000"/>
                    </a:solidFill>
                    <a:uFillTx/>
                    <a:latin typeface="Arial"/>
                  </a:defRPr>
                </a:pPr>
                <a:r>
                  <a:rPr sz="1300" b="0" u="none" strike="noStrike">
                    <a:solidFill>
                      <a:srgbClr val="000000"/>
                    </a:solidFill>
                    <a:uFillTx/>
                    <a:latin typeface="Times New Roman"/>
                  </a:rPr>
                  <a:t>our estimate</a:t>
                </a:r>
              </a:p>
            </c:rich>
          </c:tx>
          <c:overlay val="0"/>
          <c:spPr>
            <a:noFill/>
            <a:ln w="0">
              <a:noFill/>
            </a:ln>
          </c:spPr>
        </c:title>
        <c:numFmt formatCode="General" sourceLinked="0"/>
        <c:majorTickMark val="none"/>
        <c:minorTickMark val="none"/>
        <c:tickLblPos val="nextTo"/>
        <c:spPr>
          <a:ln w="12600">
            <a:solidFill>
              <a:srgbClr val="888888"/>
            </a:solidFill>
            <a:round/>
          </a:ln>
        </c:spPr>
        <c:txPr>
          <a:bodyPr/>
          <a:lstStyle/>
          <a:p>
            <a:pPr>
              <a:defRPr sz="1200" b="0" u="none" strike="noStrike">
                <a:solidFill>
                  <a:srgbClr val="000000"/>
                </a:solidFill>
                <a:uFillTx/>
                <a:latin typeface="Times New Roman"/>
              </a:defRPr>
            </a:pPr>
          </a:p>
        </c:txPr>
        <c:crossAx val="8301681"/>
        <c:crosses val="autoZero"/>
        <c:crossBetween val="midCat"/>
      </c:valAx>
      <c:spPr>
        <a:noFill/>
        <a:ln w="0">
          <a:noFill/>
        </a:ln>
      </c:spPr>
    </c:plotArea>
    <c:legend>
      <c:legendPos val="b"/>
      <c:overlay val="0"/>
      <c:spPr>
        <a:noFill/>
        <a:ln w="0">
          <a:noFill/>
        </a:ln>
      </c:spPr>
      <c:txPr>
        <a:bodyPr/>
        <a:lstStyle/>
        <a:p>
          <a:pPr>
            <a:defRPr sz="1300" b="0" u="none" strike="noStrike">
              <a:solidFill>
                <a:srgbClr val="000000"/>
              </a:solidFill>
              <a:uFillTx/>
              <a:latin typeface="Times New Roman"/>
            </a:defRPr>
          </a:pPr>
        </a:p>
      </c:txPr>
    </c:legend>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Times New Roman"/>
              </a:rPr>
              <a:t>Clic</a:t>
            </a:r>
            <a:r>
              <a:rPr lang="en-US" sz="1800" b="0" u="none" strike="noStrike">
                <a:solidFill>
                  <a:schemeClr val="dk1"/>
                </a:solidFill>
                <a:effectLst/>
                <a:uFillTx/>
                <a:latin typeface="Times New Roman"/>
              </a:rPr>
              <a:t>k to </a:t>
            </a:r>
            <a:r>
              <a:rPr lang="en-US" sz="1800" b="0" u="none" strike="noStrike">
                <a:solidFill>
                  <a:schemeClr val="dk1"/>
                </a:solidFill>
                <a:effectLst/>
                <a:uFillTx/>
                <a:latin typeface="Times New Roman"/>
              </a:rPr>
              <a:t>mov</a:t>
            </a:r>
            <a:r>
              <a:rPr lang="en-US" sz="1800" b="0" u="none" strike="noStrike">
                <a:solidFill>
                  <a:schemeClr val="dk1"/>
                </a:solidFill>
                <a:effectLst/>
                <a:uFillTx/>
                <a:latin typeface="Times New Roman"/>
              </a:rPr>
              <a:t>e the </a:t>
            </a:r>
            <a:r>
              <a:rPr lang="en-US" sz="1800" b="0" u="none" strike="noStrike">
                <a:solidFill>
                  <a:schemeClr val="dk1"/>
                </a:solidFill>
                <a:effectLst/>
                <a:uFillTx/>
                <a:latin typeface="Times New Roman"/>
              </a:rPr>
              <a:t>slide</a:t>
            </a:r>
            <a:endParaRPr lang="en-US" sz="1800" b="0" u="none" strike="noStrike">
              <a:solidFill>
                <a:schemeClr val="dk1"/>
              </a:solidFill>
              <a:effectLst/>
              <a:uFillTx/>
              <a:latin typeface="Times New Roman"/>
            </a:endParaRPr>
          </a:p>
        </p:txBody>
      </p:sp>
      <p:sp>
        <p:nvSpPr>
          <p:cNvPr id="9"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a:t>
            </a:r>
            <a:r>
              <a:rPr lang="en-US" sz="2000" b="0" u="none" strike="noStrike">
                <a:solidFill>
                  <a:srgbClr val="000000"/>
                </a:solidFill>
                <a:effectLst/>
                <a:uFillTx/>
                <a:latin typeface="Arial"/>
              </a:rPr>
              <a:t>k to </a:t>
            </a:r>
            <a:r>
              <a:rPr lang="en-US" sz="2000" b="0" u="none" strike="noStrike">
                <a:solidFill>
                  <a:srgbClr val="000000"/>
                </a:solidFill>
                <a:effectLst/>
                <a:uFillTx/>
                <a:latin typeface="Arial"/>
              </a:rPr>
              <a:t>edit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not</a:t>
            </a:r>
            <a:r>
              <a:rPr lang="en-US" sz="2000" b="0" u="none" strike="noStrike">
                <a:solidFill>
                  <a:srgbClr val="000000"/>
                </a:solidFill>
                <a:effectLst/>
                <a:uFillTx/>
                <a:latin typeface="Arial"/>
              </a:rPr>
              <a:t>es </a:t>
            </a:r>
            <a:r>
              <a:rPr lang="en-US" sz="2000" b="0" u="none" strike="noStrike">
                <a:solidFill>
                  <a:srgbClr val="000000"/>
                </a:solidFill>
                <a:effectLst/>
                <a:uFillTx/>
                <a:latin typeface="Arial"/>
              </a:rPr>
              <a:t>for</a:t>
            </a:r>
            <a:r>
              <a:rPr lang="en-US" sz="2000" b="0" u="none" strike="noStrike">
                <a:solidFill>
                  <a:srgbClr val="000000"/>
                </a:solidFill>
                <a:effectLst/>
                <a:uFillTx/>
                <a:latin typeface="Arial"/>
              </a:rPr>
              <a:t>mat</a:t>
            </a:r>
            <a:endParaRPr lang="en-US" sz="2000" b="0" u="none" strike="noStrike">
              <a:solidFill>
                <a:srgbClr val="000000"/>
              </a:solidFill>
              <a:effectLst/>
              <a:uFillTx/>
              <a:latin typeface="Arial"/>
            </a:endParaRPr>
          </a:p>
        </p:txBody>
      </p:sp>
      <p:sp>
        <p:nvSpPr>
          <p:cNvPr id="10"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1"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2"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CD44ED3-0CD6-4B96-8165-D6C17A6A46F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685800" y="1143000"/>
            <a:ext cx="5486040" cy="3085920"/>
          </a:xfrm>
          <a:prstGeom prst="rect">
            <a:avLst/>
          </a:prstGeom>
          <a:ln w="0">
            <a:noFill/>
          </a:ln>
        </p:spPr>
      </p:sp>
      <p:sp>
        <p:nvSpPr>
          <p:cNvPr id="1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4D2B6C-EFDF-43FE-A5AB-0823A8861D2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685800" y="1143000"/>
            <a:ext cx="5486040" cy="3085920"/>
          </a:xfrm>
          <a:prstGeom prst="rect">
            <a:avLst/>
          </a:prstGeom>
          <a:ln w="0">
            <a:noFill/>
          </a:ln>
        </p:spPr>
      </p:sp>
      <p:sp>
        <p:nvSpPr>
          <p:cNvPr id="1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DD173E9-5EF3-458F-9DDA-8760E01049A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685800" y="1143000"/>
            <a:ext cx="5486040" cy="3085920"/>
          </a:xfrm>
          <a:prstGeom prst="rect">
            <a:avLst/>
          </a:prstGeom>
          <a:ln w="0">
            <a:noFill/>
          </a:ln>
        </p:spPr>
      </p:sp>
      <p:sp>
        <p:nvSpPr>
          <p:cNvPr id="1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3"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B547E3-8A0E-43CE-9E52-4DE495CF144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685800" y="1143000"/>
            <a:ext cx="5486040" cy="3085920"/>
          </a:xfrm>
          <a:prstGeom prst="rect">
            <a:avLst/>
          </a:prstGeom>
          <a:ln w="0">
            <a:noFill/>
          </a:ln>
        </p:spPr>
      </p:sp>
      <p:sp>
        <p:nvSpPr>
          <p:cNvPr id="1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6"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45D368-C209-4E72-9C8C-38DBBFA4BBF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685800" y="1143000"/>
            <a:ext cx="5486040" cy="3085920"/>
          </a:xfrm>
          <a:prstGeom prst="rect">
            <a:avLst/>
          </a:prstGeom>
          <a:ln w="0">
            <a:noFill/>
          </a:ln>
        </p:spPr>
      </p:sp>
      <p:sp>
        <p:nvSpPr>
          <p:cNvPr id="1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9"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830CF2-3463-44E5-A84C-DA3FA601137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685800" y="1143000"/>
            <a:ext cx="5486040" cy="3085920"/>
          </a:xfrm>
          <a:prstGeom prst="rect">
            <a:avLst/>
          </a:prstGeom>
          <a:ln w="0">
            <a:noFill/>
          </a:ln>
        </p:spPr>
      </p:sp>
      <p:sp>
        <p:nvSpPr>
          <p:cNvPr id="1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2"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CEBF58-8AC2-416E-9EB5-131B2864C1C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685800" y="1143000"/>
            <a:ext cx="5486040" cy="3085920"/>
          </a:xfrm>
          <a:prstGeom prst="rect">
            <a:avLst/>
          </a:prstGeom>
          <a:ln w="0">
            <a:noFill/>
          </a:ln>
        </p:spPr>
      </p:sp>
      <p:sp>
        <p:nvSpPr>
          <p:cNvPr id="1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5"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B006FC-9938-4388-92EC-8A0C834C1B4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685800" y="1143000"/>
            <a:ext cx="5486040" cy="3085920"/>
          </a:xfrm>
          <a:prstGeom prst="rect">
            <a:avLst/>
          </a:prstGeom>
          <a:ln w="0">
            <a:noFill/>
          </a:ln>
        </p:spPr>
      </p:sp>
      <p:sp>
        <p:nvSpPr>
          <p:cNvPr id="1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8"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9298567-F3D0-43B3-BF74-2F51019A4C1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685800" y="1143000"/>
            <a:ext cx="5486040" cy="3085920"/>
          </a:xfrm>
          <a:prstGeom prst="rect">
            <a:avLst/>
          </a:prstGeom>
          <a:ln w="0">
            <a:noFill/>
          </a:ln>
        </p:spPr>
      </p:sp>
      <p:sp>
        <p:nvSpPr>
          <p:cNvPr id="1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520DD16-207E-4AAB-898A-CBF998BC6EA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685800" y="1143000"/>
            <a:ext cx="5486040" cy="3085920"/>
          </a:xfrm>
          <a:prstGeom prst="rect">
            <a:avLst/>
          </a:prstGeom>
          <a:ln w="0">
            <a:noFill/>
          </a:ln>
        </p:spPr>
      </p:sp>
      <p:sp>
        <p:nvSpPr>
          <p:cNvPr id="1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592348F-C65E-4046-B7A3-0FEDEA5CB3D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685800" y="1143000"/>
            <a:ext cx="5486040" cy="3085920"/>
          </a:xfrm>
          <a:prstGeom prst="rect">
            <a:avLst/>
          </a:prstGeom>
          <a:ln w="0">
            <a:noFill/>
          </a:ln>
        </p:spPr>
      </p:sp>
      <p:sp>
        <p:nvSpPr>
          <p:cNvPr id="1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7"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B46564A-255E-4798-B4C6-9472FBD4C44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sldImg"/>
          </p:nvPr>
        </p:nvSpPr>
        <p:spPr>
          <a:xfrm>
            <a:off x="685800" y="1143000"/>
            <a:ext cx="5486040" cy="3085920"/>
          </a:xfrm>
          <a:prstGeom prst="rect">
            <a:avLst/>
          </a:prstGeom>
          <a:ln w="0">
            <a:noFill/>
          </a:ln>
        </p:spPr>
      </p:sp>
      <p:sp>
        <p:nvSpPr>
          <p:cNvPr id="1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0"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D288133-FC98-4E8E-ACA2-8FA8729CA80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Img"/>
          </p:nvPr>
        </p:nvSpPr>
        <p:spPr>
          <a:xfrm>
            <a:off x="685800" y="1143000"/>
            <a:ext cx="5486040" cy="3085920"/>
          </a:xfrm>
          <a:prstGeom prst="rect">
            <a:avLst/>
          </a:prstGeom>
          <a:ln w="0">
            <a:noFill/>
          </a:ln>
        </p:spPr>
      </p:sp>
      <p:sp>
        <p:nvSpPr>
          <p:cNvPr id="1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3"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F2EF67-32E3-4197-BC5A-119A383C015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sldImg"/>
          </p:nvPr>
        </p:nvSpPr>
        <p:spPr>
          <a:xfrm>
            <a:off x="685800" y="1143000"/>
            <a:ext cx="5486040" cy="3085920"/>
          </a:xfrm>
          <a:prstGeom prst="rect">
            <a:avLst/>
          </a:prstGeom>
          <a:ln w="0">
            <a:noFill/>
          </a:ln>
        </p:spPr>
      </p:sp>
      <p:sp>
        <p:nvSpPr>
          <p:cNvPr id="1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6"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618301-92ED-46E5-9821-EE77113C602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685800" y="1143000"/>
            <a:ext cx="5486040" cy="3085920"/>
          </a:xfrm>
          <a:prstGeom prst="rect">
            <a:avLst/>
          </a:prstGeom>
          <a:ln w="0">
            <a:noFill/>
          </a:ln>
        </p:spPr>
      </p:sp>
      <p:sp>
        <p:nvSpPr>
          <p:cNvPr id="1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9"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C3B55D6-1A7D-4318-9025-F9714483120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685800" y="1143000"/>
            <a:ext cx="5486040" cy="3085920"/>
          </a:xfrm>
          <a:prstGeom prst="rect">
            <a:avLst/>
          </a:prstGeom>
          <a:ln w="0">
            <a:noFill/>
          </a:ln>
        </p:spPr>
      </p:sp>
      <p:sp>
        <p:nvSpPr>
          <p:cNvPr id="1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52"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1066615-B6FB-48E3-8A29-08ABE2BDAA1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685800" y="1143000"/>
            <a:ext cx="5486040" cy="3085920"/>
          </a:xfrm>
          <a:prstGeom prst="rect">
            <a:avLst/>
          </a:prstGeom>
          <a:ln w="0">
            <a:noFill/>
          </a:ln>
        </p:spPr>
      </p:sp>
      <p:sp>
        <p:nvSpPr>
          <p:cNvPr id="1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55"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C8DD97F-D5C3-474F-B213-494E7015968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685800" y="1143000"/>
            <a:ext cx="5486040" cy="3085920"/>
          </a:xfrm>
          <a:prstGeom prst="rect">
            <a:avLst/>
          </a:prstGeom>
          <a:ln w="0">
            <a:noFill/>
          </a:ln>
        </p:spPr>
      </p:sp>
      <p:sp>
        <p:nvSpPr>
          <p:cNvPr id="1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58"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FEFB1C-0DCD-4630-8273-4ED3279A506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685800" y="1143000"/>
            <a:ext cx="5486040" cy="3085920"/>
          </a:xfrm>
          <a:prstGeom prst="rect">
            <a:avLst/>
          </a:prstGeom>
          <a:ln w="0">
            <a:noFill/>
          </a:ln>
        </p:spPr>
      </p:sp>
      <p:sp>
        <p:nvSpPr>
          <p:cNvPr id="1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61"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07A298-FB77-4CDF-9101-A422A526825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685800" y="1143000"/>
            <a:ext cx="5486040" cy="3085920"/>
          </a:xfrm>
          <a:prstGeom prst="rect">
            <a:avLst/>
          </a:prstGeom>
          <a:ln w="0">
            <a:noFill/>
          </a:ln>
        </p:spPr>
      </p:sp>
      <p:sp>
        <p:nvSpPr>
          <p:cNvPr id="1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64"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FAFA6E-D632-4A69-89BF-BFA3C5561F4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685800" y="1143000"/>
            <a:ext cx="5486040" cy="3085920"/>
          </a:xfrm>
          <a:prstGeom prst="rect">
            <a:avLst/>
          </a:prstGeom>
          <a:ln w="0">
            <a:noFill/>
          </a:ln>
        </p:spPr>
      </p:sp>
      <p:sp>
        <p:nvSpPr>
          <p:cNvPr id="1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67"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2C17AB-E098-40DA-8D07-500849A12DE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685800" y="1143000"/>
            <a:ext cx="5486040" cy="3085920"/>
          </a:xfrm>
          <a:prstGeom prst="rect">
            <a:avLst/>
          </a:prstGeom>
          <a:ln w="0">
            <a:noFill/>
          </a:ln>
        </p:spPr>
      </p:sp>
      <p:sp>
        <p:nvSpPr>
          <p:cNvPr id="1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0"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64716D-8829-4C88-BFC2-DC7F153A228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685800" y="1143000"/>
            <a:ext cx="5486040" cy="3085920"/>
          </a:xfrm>
          <a:prstGeom prst="rect">
            <a:avLst/>
          </a:prstGeom>
          <a:ln w="0">
            <a:noFill/>
          </a:ln>
        </p:spPr>
      </p:sp>
      <p:sp>
        <p:nvSpPr>
          <p:cNvPr id="1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3"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8CD82D-0F4C-41B6-84B6-E74A8951F36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SLIDE">
    <p:bg>
      <p:bgPr>
        <a:solidFill>
          <a:srgbClr val="FFFFFF"/>
        </a:solidFill>
      </p:bgPr>
    </p:bg>
    <p:spTree>
      <p:nvGrpSpPr>
        <p:cNvPr id="1" name=""/>
        <p:cNvGrpSpPr/>
        <p:nvPr/>
      </p:nvGrpSpPr>
      <p:grpSpPr>
        <a:xfrm>
          <a:off x="0" y="0"/>
          <a:ext cx="0" cy="0"/>
          <a:chOff x="0" y="0"/>
          <a:chExt cx="0" cy="0"/>
        </a:xfrm>
      </p:grpSpPr>
      <p:pic>
        <p:nvPicPr>
          <p:cNvPr id="2" name="Image 0" descr="/tmp/claude-1000/-home-kabilash01-CrickSense/f28e826a-07a6-451c-beaf-9605ed004fd8/scratchpad/report/fig/logo.png"/>
          <p:cNvPicPr/>
          <p:nvPr/>
        </p:nvPicPr>
        <p:blipFill>
          <a:blip r:embed="rId2"/>
          <a:stretch/>
        </p:blipFill>
        <p:spPr>
          <a:xfrm>
            <a:off x="411480" y="274320"/>
            <a:ext cx="5120280" cy="1021320"/>
          </a:xfrm>
          <a:prstGeom prst="rect">
            <a:avLst/>
          </a:prstGeom>
          <a:noFill/>
          <a:ln w="0">
            <a:noFill/>
          </a:ln>
        </p:spPr>
      </p:pic>
      <p:sp>
        <p:nvSpPr>
          <p:cNvPr id="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Times New Roman"/>
              </a:defRPr>
            </a:lvl1pPr>
          </a:lstStyle>
          <a:p>
            <a:pPr indent="0" algn="l">
              <a:buNone/>
            </a:pPr>
            <a:r>
              <a:rPr lang="en-US" sz="1800" b="0" u="none" strike="noStrike">
                <a:solidFill>
                  <a:schemeClr val="dk1"/>
                </a:solidFill>
                <a:effectLst/>
                <a:uFillTx/>
                <a:latin typeface="Times New Roman"/>
              </a:rPr>
              <a:t>Clic</a:t>
            </a:r>
            <a:r>
              <a:rPr lang="en-US" sz="1800" b="0" u="none" strike="noStrike">
                <a:solidFill>
                  <a:schemeClr val="dk1"/>
                </a:solidFill>
                <a:effectLst/>
                <a:uFillTx/>
                <a:latin typeface="Times New Roman"/>
              </a:rPr>
              <a:t>k to </a:t>
            </a:r>
            <a:r>
              <a:rPr lang="en-US" sz="1800" b="0" u="none" strike="noStrike">
                <a:solidFill>
                  <a:schemeClr val="dk1"/>
                </a:solidFill>
                <a:effectLst/>
                <a:uFillTx/>
                <a:latin typeface="Times New Roman"/>
              </a:rPr>
              <a:t>edit </a:t>
            </a:r>
            <a:r>
              <a:rPr lang="en-US" sz="1800" b="0" u="none" strike="noStrike">
                <a:solidFill>
                  <a:schemeClr val="dk1"/>
                </a:solidFill>
                <a:effectLst/>
                <a:uFillTx/>
                <a:latin typeface="Times New Roman"/>
              </a:rPr>
              <a:t>the </a:t>
            </a:r>
            <a:r>
              <a:rPr lang="en-US" sz="1800" b="0" u="none" strike="noStrike">
                <a:solidFill>
                  <a:schemeClr val="dk1"/>
                </a:solidFill>
                <a:effectLst/>
                <a:uFillTx/>
                <a:latin typeface="Times New Roman"/>
              </a:rPr>
              <a:t>title </a:t>
            </a:r>
            <a:r>
              <a:rPr lang="en-US" sz="1800" b="0" u="none" strike="noStrike">
                <a:solidFill>
                  <a:schemeClr val="dk1"/>
                </a:solidFill>
                <a:effectLst/>
                <a:uFillTx/>
                <a:latin typeface="Times New Roman"/>
              </a:rPr>
              <a:t>text </a:t>
            </a:r>
            <a:r>
              <a:rPr lang="en-US" sz="1800" b="0" u="none" strike="noStrike">
                <a:solidFill>
                  <a:schemeClr val="dk1"/>
                </a:solidFill>
                <a:effectLst/>
                <a:uFillTx/>
                <a:latin typeface="Times New Roman"/>
              </a:rPr>
              <a:t>form</a:t>
            </a:r>
            <a:r>
              <a:rPr lang="en-US" sz="1800" b="0" u="none" strike="noStrike">
                <a:solidFill>
                  <a:schemeClr val="dk1"/>
                </a:solidFill>
                <a:effectLst/>
                <a:uFillTx/>
                <a:latin typeface="Times New Roman"/>
              </a:rPr>
              <a:t>at</a:t>
            </a:r>
            <a:endParaRPr lang="en-US" sz="1800" b="0" u="none" strike="noStrike">
              <a:solidFill>
                <a:schemeClr val="dk1"/>
              </a:solidFill>
              <a:effectLst/>
              <a:uFillTx/>
              <a:latin typeface="Times New Roman"/>
            </a:endParaRPr>
          </a:p>
        </p:txBody>
      </p:sp>
      <p:sp>
        <p:nvSpPr>
          <p:cNvPr id="4"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Times New Roman"/>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Times New Roman"/>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Times New Roman"/>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Times New Roman"/>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Times New Roman"/>
              </a:rPr>
              <a:t>Click to edit the outline text format</a:t>
            </a:r>
            <a:endParaRPr lang="en-US" sz="3200" b="0" u="none" strike="noStrike">
              <a:solidFill>
                <a:schemeClr val="dk1"/>
              </a:solidFill>
              <a:effectLst/>
              <a:uFillTx/>
              <a:latin typeface="Times New Roman"/>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Times New Roman"/>
              </a:rPr>
              <a:t>Second Outline Level</a:t>
            </a:r>
            <a:endParaRPr lang="en-US" sz="2400" b="0" u="none" strike="noStrike">
              <a:solidFill>
                <a:schemeClr val="dk1"/>
              </a:solidFill>
              <a:effectLst/>
              <a:uFillTx/>
              <a:latin typeface="Times New Roman"/>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Times New Roman"/>
              </a:rPr>
              <a:t>Third Outline Level</a:t>
            </a:r>
            <a:endParaRPr lang="en-US" sz="2000" b="0" u="none" strike="noStrike">
              <a:solidFill>
                <a:schemeClr val="dk1"/>
              </a:solidFill>
              <a:effectLst/>
              <a:uFillTx/>
              <a:latin typeface="Times New Roman"/>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Times New Roman"/>
              </a:rPr>
              <a:t>Fourth Outline Level</a:t>
            </a:r>
            <a:endParaRPr lang="en-US" sz="2000" b="0" u="none" strike="noStrike">
              <a:solidFill>
                <a:schemeClr val="dk1"/>
              </a:solidFill>
              <a:effectLst/>
              <a:uFillTx/>
              <a:latin typeface="Times New Roman"/>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Fifth Outline Level</a:t>
            </a:r>
            <a:endParaRPr lang="en-US" sz="2000" b="0" u="none" strike="noStrike">
              <a:solidFill>
                <a:schemeClr val="dk1"/>
              </a:solidFill>
              <a:effectLst/>
              <a:uFillTx/>
              <a:latin typeface="Times New Roman"/>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Sixth Outline Level</a:t>
            </a:r>
            <a:endParaRPr lang="en-US" sz="2000" b="0" u="none" strike="noStrike">
              <a:solidFill>
                <a:schemeClr val="dk1"/>
              </a:solidFill>
              <a:effectLst/>
              <a:uFillTx/>
              <a:latin typeface="Times New Roman"/>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Seventh Outline Level</a:t>
            </a:r>
            <a:endParaRPr lang="en-US" sz="2000" b="0" u="none" strike="noStrike">
              <a:solidFill>
                <a:schemeClr val="dk1"/>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502920" y="274320"/>
            <a:ext cx="11182680" cy="822600"/>
          </a:xfrm>
          <a:prstGeom prst="rect">
            <a:avLst/>
          </a:prstGeom>
          <a:noFill/>
          <a:ln w="0">
            <a:noFill/>
          </a:ln>
        </p:spPr>
        <p:txBody>
          <a:bodyPr lIns="90000" tIns="45000" rIns="90000" bIns="45000" anchor="t">
            <a:noAutofit/>
          </a:bodyPr>
          <a:lstStyle>
            <a:lvl1pPr indent="0" algn="l">
              <a:buNone/>
              <a:defRPr lang="en-US" sz="4800" b="0" u="none" strike="noStrike">
                <a:solidFill>
                  <a:schemeClr val="dk1"/>
                </a:solidFill>
                <a:effectLst/>
                <a:uFillTx/>
                <a:latin typeface="Times New Roman"/>
              </a:defRPr>
            </a:lvl1pPr>
          </a:lstStyle>
          <a:p>
            <a:pPr indent="0" algn="l">
              <a:buNone/>
            </a:pPr>
            <a:r>
              <a:rPr lang="en-US" sz="4800" b="0" u="none" strike="noStrike">
                <a:solidFill>
                  <a:schemeClr val="dk1"/>
                </a:solidFill>
                <a:effectLst/>
                <a:uFillTx/>
                <a:latin typeface="Times New Roman"/>
              </a:rPr>
              <a:t>C</a:t>
            </a:r>
            <a:r>
              <a:rPr lang="en-US" sz="4800" b="0" u="none" strike="noStrike">
                <a:solidFill>
                  <a:schemeClr val="dk1"/>
                </a:solidFill>
                <a:effectLst/>
                <a:uFillTx/>
                <a:latin typeface="Times New Roman"/>
              </a:rPr>
              <a:t>li</a:t>
            </a:r>
            <a:r>
              <a:rPr lang="en-US" sz="4800" b="0" u="none" strike="noStrike">
                <a:solidFill>
                  <a:schemeClr val="dk1"/>
                </a:solidFill>
                <a:effectLst/>
                <a:uFillTx/>
                <a:latin typeface="Times New Roman"/>
              </a:rPr>
              <a:t>c</a:t>
            </a:r>
            <a:r>
              <a:rPr lang="en-US" sz="4800" b="0" u="none" strike="noStrike">
                <a:solidFill>
                  <a:schemeClr val="dk1"/>
                </a:solidFill>
                <a:effectLst/>
                <a:uFillTx/>
                <a:latin typeface="Times New Roman"/>
              </a:rPr>
              <a:t>k </a:t>
            </a:r>
            <a:r>
              <a:rPr lang="en-US" sz="4800" b="0" u="none" strike="noStrike">
                <a:solidFill>
                  <a:schemeClr val="dk1"/>
                </a:solidFill>
                <a:effectLst/>
                <a:uFillTx/>
                <a:latin typeface="Times New Roman"/>
              </a:rPr>
              <a:t>to </a:t>
            </a:r>
            <a:r>
              <a:rPr lang="en-US" sz="4800" b="0" u="none" strike="noStrike">
                <a:solidFill>
                  <a:schemeClr val="dk1"/>
                </a:solidFill>
                <a:effectLst/>
                <a:uFillTx/>
                <a:latin typeface="Times New Roman"/>
              </a:rPr>
              <a:t>e</a:t>
            </a:r>
            <a:r>
              <a:rPr lang="en-US" sz="4800" b="0" u="none" strike="noStrike">
                <a:solidFill>
                  <a:schemeClr val="dk1"/>
                </a:solidFill>
                <a:effectLst/>
                <a:uFillTx/>
                <a:latin typeface="Times New Roman"/>
              </a:rPr>
              <a:t>di</a:t>
            </a:r>
            <a:r>
              <a:rPr lang="en-US" sz="4800" b="0" u="none" strike="noStrike">
                <a:solidFill>
                  <a:schemeClr val="dk1"/>
                </a:solidFill>
                <a:effectLst/>
                <a:uFillTx/>
                <a:latin typeface="Times New Roman"/>
              </a:rPr>
              <a:t>t </a:t>
            </a:r>
            <a:r>
              <a:rPr lang="en-US" sz="4800" b="0" u="none" strike="noStrike">
                <a:solidFill>
                  <a:schemeClr val="dk1"/>
                </a:solidFill>
                <a:effectLst/>
                <a:uFillTx/>
                <a:latin typeface="Times New Roman"/>
              </a:rPr>
              <a:t>th</a:t>
            </a:r>
            <a:r>
              <a:rPr lang="en-US" sz="4800" b="0" u="none" strike="noStrike">
                <a:solidFill>
                  <a:schemeClr val="dk1"/>
                </a:solidFill>
                <a:effectLst/>
                <a:uFillTx/>
                <a:latin typeface="Times New Roman"/>
              </a:rPr>
              <a:t>e </a:t>
            </a:r>
            <a:r>
              <a:rPr lang="en-US" sz="4800" b="0" u="none" strike="noStrike">
                <a:solidFill>
                  <a:schemeClr val="dk1"/>
                </a:solidFill>
                <a:effectLst/>
                <a:uFillTx/>
                <a:latin typeface="Times New Roman"/>
              </a:rPr>
              <a:t>ti</a:t>
            </a:r>
            <a:r>
              <a:rPr lang="en-US" sz="4800" b="0" u="none" strike="noStrike">
                <a:solidFill>
                  <a:schemeClr val="dk1"/>
                </a:solidFill>
                <a:effectLst/>
                <a:uFillTx/>
                <a:latin typeface="Times New Roman"/>
              </a:rPr>
              <a:t>tl</a:t>
            </a:r>
            <a:r>
              <a:rPr lang="en-US" sz="4800" b="0" u="none" strike="noStrike">
                <a:solidFill>
                  <a:schemeClr val="dk1"/>
                </a:solidFill>
                <a:effectLst/>
                <a:uFillTx/>
                <a:latin typeface="Times New Roman"/>
              </a:rPr>
              <a:t>e </a:t>
            </a:r>
            <a:r>
              <a:rPr lang="en-US" sz="4800" b="0" u="none" strike="noStrike">
                <a:solidFill>
                  <a:schemeClr val="dk1"/>
                </a:solidFill>
                <a:effectLst/>
                <a:uFillTx/>
                <a:latin typeface="Times New Roman"/>
              </a:rPr>
              <a:t>te</a:t>
            </a:r>
            <a:r>
              <a:rPr lang="en-US" sz="4800" b="0" u="none" strike="noStrike">
                <a:solidFill>
                  <a:schemeClr val="dk1"/>
                </a:solidFill>
                <a:effectLst/>
                <a:uFillTx/>
                <a:latin typeface="Times New Roman"/>
              </a:rPr>
              <a:t>xt </a:t>
            </a:r>
            <a:r>
              <a:rPr lang="en-US" sz="4800" b="0" u="none" strike="noStrike">
                <a:solidFill>
                  <a:schemeClr val="dk1"/>
                </a:solidFill>
                <a:effectLst/>
                <a:uFillTx/>
                <a:latin typeface="Times New Roman"/>
              </a:rPr>
              <a:t>f</a:t>
            </a:r>
            <a:r>
              <a:rPr lang="en-US" sz="4800" b="0" u="none" strike="noStrike">
                <a:solidFill>
                  <a:schemeClr val="dk1"/>
                </a:solidFill>
                <a:effectLst/>
                <a:uFillTx/>
                <a:latin typeface="Times New Roman"/>
              </a:rPr>
              <a:t>o</a:t>
            </a:r>
            <a:r>
              <a:rPr lang="en-US" sz="4800" b="0" u="none" strike="noStrike">
                <a:solidFill>
                  <a:schemeClr val="dk1"/>
                </a:solidFill>
                <a:effectLst/>
                <a:uFillTx/>
                <a:latin typeface="Times New Roman"/>
              </a:rPr>
              <a:t>r</a:t>
            </a:r>
            <a:r>
              <a:rPr lang="en-US" sz="4800" b="0" u="none" strike="noStrike">
                <a:solidFill>
                  <a:schemeClr val="dk1"/>
                </a:solidFill>
                <a:effectLst/>
                <a:uFillTx/>
                <a:latin typeface="Times New Roman"/>
              </a:rPr>
              <a:t>m</a:t>
            </a:r>
            <a:r>
              <a:rPr lang="en-US" sz="4800" b="0" u="none" strike="noStrike">
                <a:solidFill>
                  <a:schemeClr val="dk1"/>
                </a:solidFill>
                <a:effectLst/>
                <a:uFillTx/>
                <a:latin typeface="Times New Roman"/>
              </a:rPr>
              <a:t>at</a:t>
            </a:r>
            <a:endParaRPr lang="en-US" sz="4800" b="0" u="none" strike="noStrike">
              <a:solidFill>
                <a:schemeClr val="dk1"/>
              </a:solidFill>
              <a:effectLst/>
              <a:uFillTx/>
              <a:latin typeface="Times New Roman"/>
            </a:endParaRPr>
          </a:p>
        </p:txBody>
      </p:sp>
      <p:sp>
        <p:nvSpPr>
          <p:cNvPr id="6" name="PlaceHolder 2"/>
          <p:cNvSpPr>
            <a:spLocks noGrp="1"/>
          </p:cNvSpPr>
          <p:nvPr>
            <p:ph type="sldNum" idx="1"/>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36BBA5FE-FD9D-4A61-811F-F4C383195086}"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Times New Roman"/>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Times New Roman"/>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Times New Roman"/>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Times New Roman"/>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Times New Roman"/>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Times New Roman"/>
              </a:rPr>
              <a:t>Click to edit the outline text format</a:t>
            </a:r>
            <a:endParaRPr lang="en-US" sz="3200" b="0" u="none" strike="noStrike">
              <a:solidFill>
                <a:schemeClr val="dk1"/>
              </a:solidFill>
              <a:effectLst/>
              <a:uFillTx/>
              <a:latin typeface="Times New Roman"/>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Times New Roman"/>
              </a:rPr>
              <a:t>Second Outline Level</a:t>
            </a:r>
            <a:endParaRPr lang="en-US" sz="2400" b="0" u="none" strike="noStrike">
              <a:solidFill>
                <a:schemeClr val="dk1"/>
              </a:solidFill>
              <a:effectLst/>
              <a:uFillTx/>
              <a:latin typeface="Times New Roman"/>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Times New Roman"/>
              </a:rPr>
              <a:t>Third Outline Level</a:t>
            </a:r>
            <a:endParaRPr lang="en-US" sz="2000" b="0" u="none" strike="noStrike">
              <a:solidFill>
                <a:schemeClr val="dk1"/>
              </a:solidFill>
              <a:effectLst/>
              <a:uFillTx/>
              <a:latin typeface="Times New Roman"/>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Times New Roman"/>
              </a:rPr>
              <a:t>Fourth Outline Level</a:t>
            </a:r>
            <a:endParaRPr lang="en-US" sz="2000" b="0" u="none" strike="noStrike">
              <a:solidFill>
                <a:schemeClr val="dk1"/>
              </a:solidFill>
              <a:effectLst/>
              <a:uFillTx/>
              <a:latin typeface="Times New Roman"/>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Fifth Outline Level</a:t>
            </a:r>
            <a:endParaRPr lang="en-US" sz="2000" b="0" u="none" strike="noStrike">
              <a:solidFill>
                <a:schemeClr val="dk1"/>
              </a:solidFill>
              <a:effectLst/>
              <a:uFillTx/>
              <a:latin typeface="Times New Roman"/>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Sixth Outline Level</a:t>
            </a:r>
            <a:endParaRPr lang="en-US" sz="2000" b="0" u="none" strike="noStrike">
              <a:solidFill>
                <a:schemeClr val="dk1"/>
              </a:solidFill>
              <a:effectLst/>
              <a:uFillTx/>
              <a:latin typeface="Times New Roman"/>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Times New Roman"/>
              </a:rPr>
              <a:t>Seventh Outline Level</a:t>
            </a:r>
            <a:endParaRPr lang="en-US" sz="2000" b="0" u="none" strike="noStrike">
              <a:solidFill>
                <a:schemeClr val="dk1"/>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D">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3.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3.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3.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3.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3.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Text 0"/>
          <p:cNvSpPr/>
          <p:nvPr/>
        </p:nvSpPr>
        <p:spPr>
          <a:xfrm>
            <a:off x="502920" y="1600200"/>
            <a:ext cx="11182680" cy="105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000" b="1" u="none" strike="noStrike">
                <a:solidFill>
                  <a:schemeClr val="dk1"/>
                </a:solidFill>
                <a:effectLst/>
                <a:uFillTx/>
                <a:latin typeface="Times New Roman"/>
                <a:ea typeface="Times New Roman"/>
              </a:rPr>
              <a:t>A</a:t>
            </a:r>
            <a:r>
              <a:rPr lang="en-US" sz="3000" b="1" u="none" strike="noStrike">
                <a:solidFill>
                  <a:schemeClr val="dk1"/>
                </a:solidFill>
                <a:effectLst/>
                <a:uFillTx/>
                <a:latin typeface="Times New Roman"/>
                <a:ea typeface="Times New Roman"/>
              </a:rPr>
              <a:t>D</a:t>
            </a:r>
            <a:r>
              <a:rPr lang="en-US" sz="3000" b="1" u="none" strike="noStrike">
                <a:solidFill>
                  <a:schemeClr val="dk1"/>
                </a:solidFill>
                <a:effectLst/>
                <a:uFillTx/>
                <a:latin typeface="Times New Roman"/>
                <a:ea typeface="Times New Roman"/>
              </a:rPr>
              <a:t>A2</a:t>
            </a:r>
            <a:r>
              <a:rPr lang="en-US" sz="3000" b="1" u="none" strike="noStrike">
                <a:solidFill>
                  <a:schemeClr val="dk1"/>
                </a:solidFill>
                <a:effectLst/>
                <a:uFillTx/>
                <a:latin typeface="Times New Roman"/>
                <a:ea typeface="Times New Roman"/>
              </a:rPr>
              <a:t>3D</a:t>
            </a:r>
            <a:r>
              <a:rPr lang="en-US" sz="3000" b="1" u="none" strike="noStrike">
                <a:solidFill>
                  <a:schemeClr val="dk1"/>
                </a:solidFill>
                <a:effectLst/>
                <a:uFillTx/>
                <a:latin typeface="Times New Roman"/>
                <a:ea typeface="Times New Roman"/>
              </a:rPr>
              <a:t>L</a:t>
            </a:r>
            <a:r>
              <a:rPr lang="en-US" sz="3000" b="1" u="none" strike="noStrike">
                <a:solidFill>
                  <a:schemeClr val="dk1"/>
                </a:solidFill>
                <a:effectLst/>
                <a:uFillTx/>
                <a:latin typeface="Times New Roman"/>
                <a:ea typeface="Times New Roman"/>
              </a:rPr>
              <a:t>U0</a:t>
            </a:r>
            <a:r>
              <a:rPr lang="en-US" sz="3000" b="1" u="none" strike="noStrike">
                <a:solidFill>
                  <a:schemeClr val="dk1"/>
                </a:solidFill>
                <a:effectLst/>
                <a:uFillTx/>
                <a:latin typeface="Times New Roman"/>
                <a:ea typeface="Times New Roman"/>
              </a:rPr>
              <a:t>2 - </a:t>
            </a:r>
            <a:r>
              <a:rPr lang="en-US" sz="3000" b="1" u="none" strike="noStrike">
                <a:solidFill>
                  <a:schemeClr val="dk1"/>
                </a:solidFill>
                <a:effectLst/>
                <a:uFillTx/>
                <a:latin typeface="Times New Roman"/>
                <a:ea typeface="Times New Roman"/>
              </a:rPr>
              <a:t>Co</a:t>
            </a:r>
            <a:r>
              <a:rPr lang="en-US" sz="3000" b="1" u="none" strike="noStrike">
                <a:solidFill>
                  <a:schemeClr val="dk1"/>
                </a:solidFill>
                <a:effectLst/>
                <a:uFillTx/>
                <a:latin typeface="Times New Roman"/>
                <a:ea typeface="Times New Roman"/>
              </a:rPr>
              <a:t>m</a:t>
            </a:r>
            <a:r>
              <a:rPr lang="en-US" sz="3000" b="1" u="none" strike="noStrike">
                <a:solidFill>
                  <a:schemeClr val="dk1"/>
                </a:solidFill>
                <a:effectLst/>
                <a:uFillTx/>
                <a:latin typeface="Times New Roman"/>
                <a:ea typeface="Times New Roman"/>
              </a:rPr>
              <a:t>pu</a:t>
            </a:r>
            <a:r>
              <a:rPr lang="en-US" sz="3000" b="1" u="none" strike="noStrike">
                <a:solidFill>
                  <a:schemeClr val="dk1"/>
                </a:solidFill>
                <a:effectLst/>
                <a:uFillTx/>
                <a:latin typeface="Times New Roman"/>
                <a:ea typeface="Times New Roman"/>
              </a:rPr>
              <a:t>ter </a:t>
            </a:r>
            <a:r>
              <a:rPr lang="en-US" sz="3000" b="1" u="none" strike="noStrike">
                <a:solidFill>
                  <a:schemeClr val="dk1"/>
                </a:solidFill>
                <a:effectLst/>
                <a:uFillTx/>
                <a:latin typeface="Times New Roman"/>
                <a:ea typeface="Times New Roman"/>
              </a:rPr>
              <a:t>Vi</a:t>
            </a:r>
            <a:r>
              <a:rPr lang="en-US" sz="3000" b="1" u="none" strike="noStrike">
                <a:solidFill>
                  <a:schemeClr val="dk1"/>
                </a:solidFill>
                <a:effectLst/>
                <a:uFillTx/>
                <a:latin typeface="Times New Roman"/>
                <a:ea typeface="Times New Roman"/>
              </a:rPr>
              <a:t>sio</a:t>
            </a:r>
            <a:r>
              <a:rPr lang="en-US" sz="3000" b="1" u="none" strike="noStrike">
                <a:solidFill>
                  <a:schemeClr val="dk1"/>
                </a:solidFill>
                <a:effectLst/>
                <a:uFillTx/>
                <a:latin typeface="Times New Roman"/>
                <a:ea typeface="Times New Roman"/>
              </a:rPr>
              <a:t>n </a:t>
            </a:r>
            <a:r>
              <a:rPr lang="en-US" sz="3000" b="1" u="none" strike="noStrike">
                <a:solidFill>
                  <a:schemeClr val="dk1"/>
                </a:solidFill>
                <a:effectLst/>
                <a:uFillTx/>
                <a:latin typeface="Times New Roman"/>
                <a:ea typeface="Times New Roman"/>
              </a:rPr>
              <a:t>La</a:t>
            </a:r>
            <a:r>
              <a:rPr lang="en-US" sz="3000" b="1" u="none" strike="noStrike">
                <a:solidFill>
                  <a:schemeClr val="dk1"/>
                </a:solidFill>
                <a:effectLst/>
                <a:uFillTx/>
                <a:latin typeface="Times New Roman"/>
                <a:ea typeface="Times New Roman"/>
              </a:rPr>
              <a:t>bo</a:t>
            </a:r>
            <a:r>
              <a:rPr lang="en-US" sz="3000" b="1" u="none" strike="noStrike">
                <a:solidFill>
                  <a:schemeClr val="dk1"/>
                </a:solidFill>
                <a:effectLst/>
                <a:uFillTx/>
                <a:latin typeface="Times New Roman"/>
                <a:ea typeface="Times New Roman"/>
              </a:rPr>
              <a:t>ra</a:t>
            </a:r>
            <a:r>
              <a:rPr lang="en-US" sz="3000" b="1" u="none" strike="noStrike">
                <a:solidFill>
                  <a:schemeClr val="dk1"/>
                </a:solidFill>
                <a:effectLst/>
                <a:uFillTx/>
                <a:latin typeface="Times New Roman"/>
                <a:ea typeface="Times New Roman"/>
              </a:rPr>
              <a:t>to</a:t>
            </a:r>
            <a:r>
              <a:rPr lang="en-US" sz="3000" b="1" u="none" strike="noStrike">
                <a:solidFill>
                  <a:schemeClr val="dk1"/>
                </a:solidFill>
                <a:effectLst/>
                <a:uFillTx/>
                <a:latin typeface="Times New Roman"/>
                <a:ea typeface="Times New Roman"/>
              </a:rPr>
              <a:t>ry</a:t>
            </a:r>
            <a:endParaRPr lang="en-US" sz="3000" b="0" u="none" strike="noStrike">
              <a:solidFill>
                <a:srgbClr val="000000"/>
              </a:solidFill>
              <a:effectLst/>
              <a:uFillTx/>
              <a:latin typeface="Arial"/>
            </a:endParaRPr>
          </a:p>
          <a:p>
            <a:pPr algn="ctr" defTabSz="914400">
              <a:lnSpc>
                <a:spcPct val="100000"/>
              </a:lnSpc>
              <a:tabLst>
                <a:tab pos="0" algn="l"/>
              </a:tabLst>
            </a:pPr>
            <a:r>
              <a:rPr lang="en-US" sz="3000" b="1" u="none" strike="noStrike">
                <a:solidFill>
                  <a:schemeClr val="dk1"/>
                </a:solidFill>
                <a:effectLst/>
                <a:uFillTx/>
                <a:latin typeface="Times New Roman"/>
                <a:ea typeface="Times New Roman"/>
              </a:rPr>
              <a:t>P</a:t>
            </a:r>
            <a:r>
              <a:rPr lang="en-US" sz="3000" b="1" u="none" strike="noStrike">
                <a:solidFill>
                  <a:schemeClr val="dk1"/>
                </a:solidFill>
                <a:effectLst/>
                <a:uFillTx/>
                <a:latin typeface="Times New Roman"/>
                <a:ea typeface="Times New Roman"/>
              </a:rPr>
              <a:t>R</a:t>
            </a:r>
            <a:r>
              <a:rPr lang="en-US" sz="3000" b="1" u="none" strike="noStrike">
                <a:solidFill>
                  <a:schemeClr val="dk1"/>
                </a:solidFill>
                <a:effectLst/>
                <a:uFillTx/>
                <a:latin typeface="Times New Roman"/>
                <a:ea typeface="Times New Roman"/>
              </a:rPr>
              <a:t>O</a:t>
            </a:r>
            <a:r>
              <a:rPr lang="en-US" sz="3000" b="1" u="none" strike="noStrike">
                <a:solidFill>
                  <a:schemeClr val="dk1"/>
                </a:solidFill>
                <a:effectLst/>
                <a:uFillTx/>
                <a:latin typeface="Times New Roman"/>
                <a:ea typeface="Times New Roman"/>
              </a:rPr>
              <a:t>JE</a:t>
            </a:r>
            <a:r>
              <a:rPr lang="en-US" sz="3000" b="1" u="none" strike="noStrike">
                <a:solidFill>
                  <a:schemeClr val="dk1"/>
                </a:solidFill>
                <a:effectLst/>
                <a:uFillTx/>
                <a:latin typeface="Times New Roman"/>
                <a:ea typeface="Times New Roman"/>
              </a:rPr>
              <a:t>C</a:t>
            </a:r>
            <a:r>
              <a:rPr lang="en-US" sz="3000" b="1" u="none" strike="noStrike">
                <a:solidFill>
                  <a:schemeClr val="dk1"/>
                </a:solidFill>
                <a:effectLst/>
                <a:uFillTx/>
                <a:latin typeface="Times New Roman"/>
                <a:ea typeface="Times New Roman"/>
              </a:rPr>
              <a:t>T </a:t>
            </a:r>
            <a:r>
              <a:rPr lang="en-US" sz="3000" b="1" u="none" strike="noStrike">
                <a:solidFill>
                  <a:schemeClr val="dk1"/>
                </a:solidFill>
                <a:effectLst/>
                <a:uFillTx/>
                <a:latin typeface="Times New Roman"/>
                <a:ea typeface="Times New Roman"/>
              </a:rPr>
              <a:t>P</a:t>
            </a:r>
            <a:r>
              <a:rPr lang="en-US" sz="3000" b="1" u="none" strike="noStrike">
                <a:solidFill>
                  <a:schemeClr val="dk1"/>
                </a:solidFill>
                <a:effectLst/>
                <a:uFillTx/>
                <a:latin typeface="Times New Roman"/>
                <a:ea typeface="Times New Roman"/>
              </a:rPr>
              <a:t>R</a:t>
            </a:r>
            <a:r>
              <a:rPr lang="en-US" sz="3000" b="1" u="none" strike="noStrike">
                <a:solidFill>
                  <a:schemeClr val="dk1"/>
                </a:solidFill>
                <a:effectLst/>
                <a:uFillTx/>
                <a:latin typeface="Times New Roman"/>
                <a:ea typeface="Times New Roman"/>
              </a:rPr>
              <a:t>ES</a:t>
            </a:r>
            <a:r>
              <a:rPr lang="en-US" sz="3000" b="1" u="none" strike="noStrike">
                <a:solidFill>
                  <a:schemeClr val="dk1"/>
                </a:solidFill>
                <a:effectLst/>
                <a:uFillTx/>
                <a:latin typeface="Times New Roman"/>
                <a:ea typeface="Times New Roman"/>
              </a:rPr>
              <a:t>E</a:t>
            </a:r>
            <a:r>
              <a:rPr lang="en-US" sz="3000" b="1" u="none" strike="noStrike">
                <a:solidFill>
                  <a:schemeClr val="dk1"/>
                </a:solidFill>
                <a:effectLst/>
                <a:uFillTx/>
                <a:latin typeface="Times New Roman"/>
                <a:ea typeface="Times New Roman"/>
              </a:rPr>
              <a:t>N</a:t>
            </a:r>
            <a:r>
              <a:rPr lang="en-US" sz="3000" b="1" u="none" strike="noStrike">
                <a:solidFill>
                  <a:schemeClr val="dk1"/>
                </a:solidFill>
                <a:effectLst/>
                <a:uFillTx/>
                <a:latin typeface="Times New Roman"/>
                <a:ea typeface="Times New Roman"/>
              </a:rPr>
              <a:t>T</a:t>
            </a:r>
            <a:r>
              <a:rPr lang="en-US" sz="3000" b="1" u="none" strike="noStrike">
                <a:solidFill>
                  <a:schemeClr val="dk1"/>
                </a:solidFill>
                <a:effectLst/>
                <a:uFillTx/>
                <a:latin typeface="Times New Roman"/>
                <a:ea typeface="Times New Roman"/>
              </a:rPr>
              <a:t>A</a:t>
            </a:r>
            <a:r>
              <a:rPr lang="en-US" sz="3000" b="1" u="none" strike="noStrike">
                <a:solidFill>
                  <a:schemeClr val="dk1"/>
                </a:solidFill>
                <a:effectLst/>
                <a:uFillTx/>
                <a:latin typeface="Times New Roman"/>
                <a:ea typeface="Times New Roman"/>
              </a:rPr>
              <a:t>TI</a:t>
            </a:r>
            <a:r>
              <a:rPr lang="en-US" sz="3000" b="1" u="none" strike="noStrike">
                <a:solidFill>
                  <a:schemeClr val="dk1"/>
                </a:solidFill>
                <a:effectLst/>
                <a:uFillTx/>
                <a:latin typeface="Times New Roman"/>
                <a:ea typeface="Times New Roman"/>
              </a:rPr>
              <a:t>O</a:t>
            </a:r>
            <a:r>
              <a:rPr lang="en-US" sz="3000" b="1" u="none" strike="noStrike">
                <a:solidFill>
                  <a:schemeClr val="dk1"/>
                </a:solidFill>
                <a:effectLst/>
                <a:uFillTx/>
                <a:latin typeface="Times New Roman"/>
                <a:ea typeface="Times New Roman"/>
              </a:rPr>
              <a:t>N</a:t>
            </a:r>
            <a:endParaRPr lang="en-US" sz="3000" b="0" u="none" strike="noStrike">
              <a:solidFill>
                <a:srgbClr val="000000"/>
              </a:solidFill>
              <a:effectLst/>
              <a:uFillTx/>
              <a:latin typeface="Arial"/>
            </a:endParaRPr>
          </a:p>
        </p:txBody>
      </p:sp>
      <p:sp>
        <p:nvSpPr>
          <p:cNvPr id="15" name="Text 1"/>
          <p:cNvSpPr/>
          <p:nvPr/>
        </p:nvSpPr>
        <p:spPr>
          <a:xfrm>
            <a:off x="1097280" y="2834640"/>
            <a:ext cx="9993960" cy="1371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600" b="1" u="none" strike="noStrike">
                <a:solidFill>
                  <a:schemeClr val="dk2"/>
                </a:solidFill>
                <a:effectLst/>
                <a:uFillTx/>
                <a:latin typeface="Times New Roman"/>
                <a:ea typeface="Times New Roman"/>
              </a:rPr>
              <a:t>C</a:t>
            </a:r>
            <a:r>
              <a:rPr lang="en-US" sz="3600" b="1" u="none" strike="noStrike">
                <a:solidFill>
                  <a:schemeClr val="dk2"/>
                </a:solidFill>
                <a:effectLst/>
                <a:uFillTx/>
                <a:latin typeface="Times New Roman"/>
                <a:ea typeface="Times New Roman"/>
              </a:rPr>
              <a:t>ri</a:t>
            </a:r>
            <a:r>
              <a:rPr lang="en-US" sz="3600" b="1" u="none" strike="noStrike">
                <a:solidFill>
                  <a:schemeClr val="dk2"/>
                </a:solidFill>
                <a:effectLst/>
                <a:uFillTx/>
                <a:latin typeface="Times New Roman"/>
                <a:ea typeface="Times New Roman"/>
              </a:rPr>
              <a:t>ck</a:t>
            </a:r>
            <a:r>
              <a:rPr lang="en-US" sz="3600" b="1" u="none" strike="noStrike">
                <a:solidFill>
                  <a:schemeClr val="dk2"/>
                </a:solidFill>
                <a:effectLst/>
                <a:uFillTx/>
                <a:latin typeface="Times New Roman"/>
                <a:ea typeface="Times New Roman"/>
              </a:rPr>
              <a:t>Se</a:t>
            </a:r>
            <a:r>
              <a:rPr lang="en-US" sz="3600" b="1" u="none" strike="noStrike">
                <a:solidFill>
                  <a:schemeClr val="dk2"/>
                </a:solidFill>
                <a:effectLst/>
                <a:uFillTx/>
                <a:latin typeface="Times New Roman"/>
                <a:ea typeface="Times New Roman"/>
              </a:rPr>
              <a:t>ns</a:t>
            </a:r>
            <a:r>
              <a:rPr lang="en-US" sz="3600" b="1" u="none" strike="noStrike">
                <a:solidFill>
                  <a:schemeClr val="dk2"/>
                </a:solidFill>
                <a:effectLst/>
                <a:uFillTx/>
                <a:latin typeface="Times New Roman"/>
                <a:ea typeface="Times New Roman"/>
              </a:rPr>
              <a:t>e - </a:t>
            </a:r>
            <a:r>
              <a:rPr lang="en-US" sz="3600" b="1" u="none" strike="noStrike">
                <a:solidFill>
                  <a:schemeClr val="dk2"/>
                </a:solidFill>
                <a:effectLst/>
                <a:uFillTx/>
                <a:latin typeface="Times New Roman"/>
                <a:ea typeface="Times New Roman"/>
              </a:rPr>
              <a:t>B</a:t>
            </a:r>
            <a:r>
              <a:rPr lang="en-US" sz="3600" b="1" u="none" strike="noStrike">
                <a:solidFill>
                  <a:schemeClr val="dk2"/>
                </a:solidFill>
                <a:effectLst/>
                <a:uFillTx/>
                <a:latin typeface="Times New Roman"/>
                <a:ea typeface="Times New Roman"/>
              </a:rPr>
              <a:t>all</a:t>
            </a:r>
            <a:r>
              <a:rPr lang="en-US" sz="3600" b="1" u="none" strike="noStrike">
                <a:solidFill>
                  <a:schemeClr val="dk2"/>
                </a:solidFill>
                <a:effectLst/>
                <a:uFillTx/>
                <a:latin typeface="Times New Roman"/>
                <a:ea typeface="Times New Roman"/>
              </a:rPr>
              <a:t>-</a:t>
            </a:r>
            <a:r>
              <a:rPr lang="en-US" sz="3600" b="1" u="none" strike="noStrike">
                <a:solidFill>
                  <a:schemeClr val="dk2"/>
                </a:solidFill>
                <a:effectLst/>
                <a:uFillTx/>
                <a:latin typeface="Times New Roman"/>
                <a:ea typeface="Times New Roman"/>
              </a:rPr>
              <a:t>by</a:t>
            </a:r>
            <a:r>
              <a:rPr lang="en-US" sz="3600" b="1" u="none" strike="noStrike">
                <a:solidFill>
                  <a:schemeClr val="dk2"/>
                </a:solidFill>
                <a:effectLst/>
                <a:uFillTx/>
                <a:latin typeface="Times New Roman"/>
                <a:ea typeface="Times New Roman"/>
              </a:rPr>
              <a:t>-</a:t>
            </a:r>
            <a:r>
              <a:rPr lang="en-US" sz="3600" b="1" u="none" strike="noStrike">
                <a:solidFill>
                  <a:schemeClr val="dk2"/>
                </a:solidFill>
                <a:effectLst/>
                <a:uFillTx/>
                <a:latin typeface="Times New Roman"/>
                <a:ea typeface="Times New Roman"/>
              </a:rPr>
              <a:t>B</a:t>
            </a:r>
            <a:r>
              <a:rPr lang="en-US" sz="3600" b="1" u="none" strike="noStrike">
                <a:solidFill>
                  <a:schemeClr val="dk2"/>
                </a:solidFill>
                <a:effectLst/>
                <a:uFillTx/>
                <a:latin typeface="Times New Roman"/>
                <a:ea typeface="Times New Roman"/>
              </a:rPr>
              <a:t>all </a:t>
            </a:r>
            <a:r>
              <a:rPr lang="en-US" sz="3600" b="1" u="none" strike="noStrike">
                <a:solidFill>
                  <a:schemeClr val="dk2"/>
                </a:solidFill>
                <a:effectLst/>
                <a:uFillTx/>
                <a:latin typeface="Times New Roman"/>
                <a:ea typeface="Times New Roman"/>
              </a:rPr>
              <a:t>A</a:t>
            </a:r>
            <a:r>
              <a:rPr lang="en-US" sz="3600" b="1" u="none" strike="noStrike">
                <a:solidFill>
                  <a:schemeClr val="dk2"/>
                </a:solidFill>
                <a:effectLst/>
                <a:uFillTx/>
                <a:latin typeface="Times New Roman"/>
                <a:ea typeface="Times New Roman"/>
              </a:rPr>
              <a:t>na</a:t>
            </a:r>
            <a:r>
              <a:rPr lang="en-US" sz="3600" b="1" u="none" strike="noStrike">
                <a:solidFill>
                  <a:schemeClr val="dk2"/>
                </a:solidFill>
                <a:effectLst/>
                <a:uFillTx/>
                <a:latin typeface="Times New Roman"/>
                <a:ea typeface="Times New Roman"/>
              </a:rPr>
              <a:t>ly</a:t>
            </a:r>
            <a:r>
              <a:rPr lang="en-US" sz="3600" b="1" u="none" strike="noStrike">
                <a:solidFill>
                  <a:schemeClr val="dk2"/>
                </a:solidFill>
                <a:effectLst/>
                <a:uFillTx/>
                <a:latin typeface="Times New Roman"/>
                <a:ea typeface="Times New Roman"/>
              </a:rPr>
              <a:t>sis </a:t>
            </a:r>
            <a:r>
              <a:rPr lang="en-US" sz="3600" b="1" u="none" strike="noStrike">
                <a:solidFill>
                  <a:schemeClr val="dk2"/>
                </a:solidFill>
                <a:effectLst/>
                <a:uFillTx/>
                <a:latin typeface="Times New Roman"/>
                <a:ea typeface="Times New Roman"/>
              </a:rPr>
              <a:t>of </a:t>
            </a:r>
            <a:r>
              <a:rPr lang="en-US" sz="3600" b="1" u="none" strike="noStrike">
                <a:solidFill>
                  <a:schemeClr val="dk2"/>
                </a:solidFill>
                <a:effectLst/>
                <a:uFillTx/>
                <a:latin typeface="Times New Roman"/>
                <a:ea typeface="Times New Roman"/>
              </a:rPr>
              <a:t>a </a:t>
            </a:r>
            <a:r>
              <a:rPr lang="en-US" sz="3600" b="1" u="none" strike="noStrike">
                <a:solidFill>
                  <a:schemeClr val="dk2"/>
                </a:solidFill>
                <a:effectLst/>
                <a:uFillTx/>
                <a:latin typeface="Times New Roman"/>
                <a:ea typeface="Times New Roman"/>
              </a:rPr>
              <a:t>C</a:t>
            </a:r>
            <a:r>
              <a:rPr lang="en-US" sz="3600" b="1" u="none" strike="noStrike">
                <a:solidFill>
                  <a:schemeClr val="dk2"/>
                </a:solidFill>
                <a:effectLst/>
                <a:uFillTx/>
                <a:latin typeface="Times New Roman"/>
                <a:ea typeface="Times New Roman"/>
              </a:rPr>
              <a:t>ri</a:t>
            </a:r>
            <a:r>
              <a:rPr lang="en-US" sz="3600" b="1" u="none" strike="noStrike">
                <a:solidFill>
                  <a:schemeClr val="dk2"/>
                </a:solidFill>
                <a:effectLst/>
                <a:uFillTx/>
                <a:latin typeface="Times New Roman"/>
                <a:ea typeface="Times New Roman"/>
              </a:rPr>
              <a:t>ck</a:t>
            </a:r>
            <a:r>
              <a:rPr lang="en-US" sz="3600" b="1" u="none" strike="noStrike">
                <a:solidFill>
                  <a:schemeClr val="dk2"/>
                </a:solidFill>
                <a:effectLst/>
                <a:uFillTx/>
                <a:latin typeface="Times New Roman"/>
                <a:ea typeface="Times New Roman"/>
              </a:rPr>
              <a:t>et </a:t>
            </a:r>
            <a:r>
              <a:rPr lang="en-US" sz="3600" b="1" u="none" strike="noStrike">
                <a:solidFill>
                  <a:schemeClr val="dk2"/>
                </a:solidFill>
                <a:effectLst/>
                <a:uFillTx/>
                <a:latin typeface="Times New Roman"/>
                <a:ea typeface="Times New Roman"/>
              </a:rPr>
              <a:t>B</a:t>
            </a:r>
            <a:r>
              <a:rPr lang="en-US" sz="3600" b="1" u="none" strike="noStrike">
                <a:solidFill>
                  <a:schemeClr val="dk2"/>
                </a:solidFill>
                <a:effectLst/>
                <a:uFillTx/>
                <a:latin typeface="Times New Roman"/>
                <a:ea typeface="Times New Roman"/>
              </a:rPr>
              <a:t>ro</a:t>
            </a:r>
            <a:r>
              <a:rPr lang="en-US" sz="3600" b="1" u="none" strike="noStrike">
                <a:solidFill>
                  <a:schemeClr val="dk2"/>
                </a:solidFill>
                <a:effectLst/>
                <a:uFillTx/>
                <a:latin typeface="Times New Roman"/>
                <a:ea typeface="Times New Roman"/>
              </a:rPr>
              <a:t>ad</a:t>
            </a:r>
            <a:r>
              <a:rPr lang="en-US" sz="3600" b="1" u="none" strike="noStrike">
                <a:solidFill>
                  <a:schemeClr val="dk2"/>
                </a:solidFill>
                <a:effectLst/>
                <a:uFillTx/>
                <a:latin typeface="Times New Roman"/>
                <a:ea typeface="Times New Roman"/>
              </a:rPr>
              <a:t>ca</a:t>
            </a:r>
            <a:r>
              <a:rPr lang="en-US" sz="3600" b="1" u="none" strike="noStrike">
                <a:solidFill>
                  <a:schemeClr val="dk2"/>
                </a:solidFill>
                <a:effectLst/>
                <a:uFillTx/>
                <a:latin typeface="Times New Roman"/>
                <a:ea typeface="Times New Roman"/>
              </a:rPr>
              <a:t>st </a:t>
            </a:r>
            <a:r>
              <a:rPr lang="en-US" sz="3600" b="1" u="none" strike="noStrike">
                <a:solidFill>
                  <a:schemeClr val="dk2"/>
                </a:solidFill>
                <a:effectLst/>
                <a:uFillTx/>
                <a:latin typeface="Times New Roman"/>
                <a:ea typeface="Times New Roman"/>
              </a:rPr>
              <a:t>fr</a:t>
            </a:r>
            <a:r>
              <a:rPr lang="en-US" sz="3600" b="1" u="none" strike="noStrike">
                <a:solidFill>
                  <a:schemeClr val="dk2"/>
                </a:solidFill>
                <a:effectLst/>
                <a:uFillTx/>
                <a:latin typeface="Times New Roman"/>
                <a:ea typeface="Times New Roman"/>
              </a:rPr>
              <a:t>o</a:t>
            </a:r>
            <a:r>
              <a:rPr lang="en-US" sz="3600" b="1" u="none" strike="noStrike">
                <a:solidFill>
                  <a:schemeClr val="dk2"/>
                </a:solidFill>
                <a:effectLst/>
                <a:uFillTx/>
                <a:latin typeface="Times New Roman"/>
                <a:ea typeface="Times New Roman"/>
              </a:rPr>
              <a:t>m </a:t>
            </a:r>
            <a:r>
              <a:rPr lang="en-US" sz="3600" b="1" u="none" strike="noStrike">
                <a:solidFill>
                  <a:schemeClr val="dk2"/>
                </a:solidFill>
                <a:effectLst/>
                <a:uFillTx/>
                <a:latin typeface="Times New Roman"/>
                <a:ea typeface="Times New Roman"/>
              </a:rPr>
              <a:t>a </a:t>
            </a:r>
            <a:r>
              <a:rPr lang="en-US" sz="3600" b="1" u="none" strike="noStrike">
                <a:solidFill>
                  <a:schemeClr val="dk2"/>
                </a:solidFill>
                <a:effectLst/>
                <a:uFillTx/>
                <a:latin typeface="Times New Roman"/>
                <a:ea typeface="Times New Roman"/>
              </a:rPr>
              <a:t>Si</a:t>
            </a:r>
            <a:r>
              <a:rPr lang="en-US" sz="3600" b="1" u="none" strike="noStrike">
                <a:solidFill>
                  <a:schemeClr val="dk2"/>
                </a:solidFill>
                <a:effectLst/>
                <a:uFillTx/>
                <a:latin typeface="Times New Roman"/>
                <a:ea typeface="Times New Roman"/>
              </a:rPr>
              <a:t>ng</a:t>
            </a:r>
            <a:r>
              <a:rPr lang="en-US" sz="3600" b="1" u="none" strike="noStrike">
                <a:solidFill>
                  <a:schemeClr val="dk2"/>
                </a:solidFill>
                <a:effectLst/>
                <a:uFillTx/>
                <a:latin typeface="Times New Roman"/>
                <a:ea typeface="Times New Roman"/>
              </a:rPr>
              <a:t>le </a:t>
            </a:r>
            <a:r>
              <a:rPr lang="en-US" sz="3600" b="1" u="none" strike="noStrike">
                <a:solidFill>
                  <a:schemeClr val="dk2"/>
                </a:solidFill>
                <a:effectLst/>
                <a:uFillTx/>
                <a:latin typeface="Times New Roman"/>
                <a:ea typeface="Times New Roman"/>
              </a:rPr>
              <a:t>C</a:t>
            </a:r>
            <a:r>
              <a:rPr lang="en-US" sz="3600" b="1" u="none" strike="noStrike">
                <a:solidFill>
                  <a:schemeClr val="dk2"/>
                </a:solidFill>
                <a:effectLst/>
                <a:uFillTx/>
                <a:latin typeface="Times New Roman"/>
                <a:ea typeface="Times New Roman"/>
              </a:rPr>
              <a:t>a</a:t>
            </a:r>
            <a:r>
              <a:rPr lang="en-US" sz="3600" b="1" u="none" strike="noStrike">
                <a:solidFill>
                  <a:schemeClr val="dk2"/>
                </a:solidFill>
                <a:effectLst/>
                <a:uFillTx/>
                <a:latin typeface="Times New Roman"/>
                <a:ea typeface="Times New Roman"/>
              </a:rPr>
              <a:t>m</a:t>
            </a:r>
            <a:r>
              <a:rPr lang="en-US" sz="3600" b="1" u="none" strike="noStrike">
                <a:solidFill>
                  <a:schemeClr val="dk2"/>
                </a:solidFill>
                <a:effectLst/>
                <a:uFillTx/>
                <a:latin typeface="Times New Roman"/>
                <a:ea typeface="Times New Roman"/>
              </a:rPr>
              <a:t>er</a:t>
            </a:r>
            <a:r>
              <a:rPr lang="en-US" sz="3600" b="1" u="none" strike="noStrike">
                <a:solidFill>
                  <a:schemeClr val="dk2"/>
                </a:solidFill>
                <a:effectLst/>
                <a:uFillTx/>
                <a:latin typeface="Times New Roman"/>
                <a:ea typeface="Times New Roman"/>
              </a:rPr>
              <a:t>a </a:t>
            </a:r>
            <a:r>
              <a:rPr lang="en-US" sz="3600" b="1" u="none" strike="noStrike">
                <a:solidFill>
                  <a:schemeClr val="dk2"/>
                </a:solidFill>
                <a:effectLst/>
                <a:uFillTx/>
                <a:latin typeface="Times New Roman"/>
                <a:ea typeface="Times New Roman"/>
              </a:rPr>
              <a:t>Fe</a:t>
            </a:r>
            <a:r>
              <a:rPr lang="en-US" sz="3600" b="1" u="none" strike="noStrike">
                <a:solidFill>
                  <a:schemeClr val="dk2"/>
                </a:solidFill>
                <a:effectLst/>
                <a:uFillTx/>
                <a:latin typeface="Times New Roman"/>
                <a:ea typeface="Times New Roman"/>
              </a:rPr>
              <a:t>ed</a:t>
            </a:r>
            <a:endParaRPr lang="en-US" sz="3600" b="0" u="none" strike="noStrike">
              <a:solidFill>
                <a:srgbClr val="000000"/>
              </a:solidFill>
              <a:effectLst/>
              <a:uFillTx/>
              <a:latin typeface="Arial"/>
            </a:endParaRPr>
          </a:p>
        </p:txBody>
      </p:sp>
      <p:sp>
        <p:nvSpPr>
          <p:cNvPr id="16" name="presented by"/>
          <p:cNvSpPr/>
          <p:nvPr/>
        </p:nvSpPr>
        <p:spPr>
          <a:xfrm>
            <a:off x="502920" y="4617720"/>
            <a:ext cx="5120280" cy="1828440"/>
          </a:xfrm>
          <a:prstGeom prst="rect">
            <a:avLst/>
          </a:prstGeom>
          <a:noFill/>
          <a:ln w="0">
            <a:noFill/>
          </a:ln>
        </p:spPr>
        <p:style>
          <a:lnRef idx="0"/>
          <a:fillRef idx="0"/>
          <a:effectRef idx="0"/>
          <a:fontRef idx="minor"/>
        </p:style>
        <p:txBody>
          <a:bodyPr lIns="0" tIns="0" rIns="0" bIns="0" anchor="b">
            <a:noAutofit/>
          </a:bodyPr>
          <a:p>
            <a:pPr defTabSz="914400">
              <a:lnSpc>
                <a:spcPct val="100000"/>
              </a:lnSpc>
              <a:tabLst>
                <a:tab pos="0" algn="l"/>
              </a:tabLst>
            </a:pPr>
            <a:r>
              <a:rPr lang="en-US" sz="2000" b="1" u="none" strike="noStrike">
                <a:solidFill>
                  <a:schemeClr val="dk2"/>
                </a:solidFill>
                <a:effectLst/>
                <a:uFillTx/>
                <a:latin typeface="Times New Roman"/>
                <a:ea typeface="Times New Roman"/>
              </a:rPr>
              <a:t>Pres</a:t>
            </a:r>
            <a:r>
              <a:rPr lang="en-US" sz="2000" b="1" u="none" strike="noStrike">
                <a:solidFill>
                  <a:schemeClr val="dk2"/>
                </a:solidFill>
                <a:effectLst/>
                <a:uFillTx/>
                <a:latin typeface="Times New Roman"/>
                <a:ea typeface="Times New Roman"/>
              </a:rPr>
              <a:t>ente</a:t>
            </a:r>
            <a:r>
              <a:rPr lang="en-US" sz="2000" b="1" u="none" strike="noStrike">
                <a:solidFill>
                  <a:schemeClr val="dk2"/>
                </a:solidFill>
                <a:effectLst/>
                <a:uFillTx/>
                <a:latin typeface="Times New Roman"/>
                <a:ea typeface="Times New Roman"/>
              </a:rPr>
              <a:t>d </a:t>
            </a:r>
            <a:r>
              <a:rPr lang="en-US" sz="2000" b="1" u="none" strike="noStrike">
                <a:solidFill>
                  <a:schemeClr val="dk2"/>
                </a:solidFill>
                <a:effectLst/>
                <a:uFillTx/>
                <a:latin typeface="Times New Roman"/>
                <a:ea typeface="Times New Roman"/>
              </a:rPr>
              <a:t>By:</a:t>
            </a:r>
            <a:endParaRPr lang="en-US" sz="2000" b="0" u="none" strike="noStrike">
              <a:solidFill>
                <a:srgbClr val="000000"/>
              </a:solidFill>
              <a:effectLst/>
              <a:uFillTx/>
              <a:latin typeface="Arial"/>
            </a:endParaRPr>
          </a:p>
          <a:p>
            <a:pPr defTabSz="914400">
              <a:lnSpc>
                <a:spcPct val="100000"/>
              </a:lnSpc>
              <a:tabLst>
                <a:tab pos="0" algn="l"/>
              </a:tabLst>
            </a:pPr>
            <a:r>
              <a:rPr lang="en-US" sz="2000" b="1" u="none" strike="noStrike">
                <a:solidFill>
                  <a:schemeClr val="dk1"/>
                </a:solidFill>
                <a:effectLst/>
                <a:uFillTx/>
                <a:latin typeface="Times New Roman"/>
                <a:ea typeface="Times New Roman"/>
              </a:rPr>
              <a:t>KA</a:t>
            </a:r>
            <a:r>
              <a:rPr lang="en-US" sz="2000" b="1" u="none" strike="noStrike">
                <a:solidFill>
                  <a:schemeClr val="dk1"/>
                </a:solidFill>
                <a:effectLst/>
                <a:uFillTx/>
                <a:latin typeface="Times New Roman"/>
                <a:ea typeface="Times New Roman"/>
              </a:rPr>
              <a:t>BIL</a:t>
            </a:r>
            <a:r>
              <a:rPr lang="en-US" sz="2000" b="1" u="none" strike="noStrike">
                <a:solidFill>
                  <a:schemeClr val="dk1"/>
                </a:solidFill>
                <a:effectLst/>
                <a:uFillTx/>
                <a:latin typeface="Times New Roman"/>
                <a:ea typeface="Times New Roman"/>
              </a:rPr>
              <a:t>AS</a:t>
            </a:r>
            <a:r>
              <a:rPr lang="en-US" sz="2000" b="1" u="none" strike="noStrike">
                <a:solidFill>
                  <a:schemeClr val="dk1"/>
                </a:solidFill>
                <a:effectLst/>
                <a:uFillTx/>
                <a:latin typeface="Times New Roman"/>
                <a:ea typeface="Times New Roman"/>
              </a:rPr>
              <a:t>H S </a:t>
            </a:r>
            <a:r>
              <a:rPr lang="en-US" sz="2000" b="1" u="none" strike="noStrike">
                <a:solidFill>
                  <a:schemeClr val="dk1"/>
                </a:solidFill>
                <a:effectLst/>
                <a:uFillTx/>
                <a:latin typeface="Times New Roman"/>
                <a:ea typeface="Times New Roman"/>
              </a:rPr>
              <a:t>(E0</a:t>
            </a:r>
            <a:r>
              <a:rPr lang="en-US" sz="2000" b="1" u="none" strike="noStrike">
                <a:solidFill>
                  <a:schemeClr val="dk1"/>
                </a:solidFill>
                <a:effectLst/>
                <a:uFillTx/>
                <a:latin typeface="Times New Roman"/>
                <a:ea typeface="Times New Roman"/>
              </a:rPr>
              <a:t>323</a:t>
            </a:r>
            <a:r>
              <a:rPr lang="en-US" sz="2000" b="1" u="none" strike="noStrike">
                <a:solidFill>
                  <a:schemeClr val="dk1"/>
                </a:solidFill>
                <a:effectLst/>
                <a:uFillTx/>
                <a:latin typeface="Times New Roman"/>
                <a:ea typeface="Times New Roman"/>
              </a:rPr>
              <a:t>036)</a:t>
            </a:r>
            <a:endParaRPr lang="en-US" sz="2000" b="0" u="none" strike="noStrike">
              <a:solidFill>
                <a:srgbClr val="000000"/>
              </a:solidFill>
              <a:effectLst/>
              <a:uFillTx/>
              <a:latin typeface="Arial"/>
            </a:endParaRPr>
          </a:p>
          <a:p>
            <a:pPr defTabSz="914400">
              <a:lnSpc>
                <a:spcPct val="100000"/>
              </a:lnSpc>
              <a:tabLst>
                <a:tab pos="0" algn="l"/>
              </a:tabLst>
            </a:pPr>
            <a:r>
              <a:rPr lang="en-US" sz="2000" b="1" u="none" strike="noStrike">
                <a:solidFill>
                  <a:schemeClr val="dk1"/>
                </a:solidFill>
                <a:effectLst/>
                <a:uFillTx/>
                <a:latin typeface="Times New Roman"/>
                <a:ea typeface="Times New Roman"/>
              </a:rPr>
              <a:t>PAV</a:t>
            </a:r>
            <a:r>
              <a:rPr lang="en-US" sz="2000" b="1" u="none" strike="noStrike">
                <a:solidFill>
                  <a:schemeClr val="dk1"/>
                </a:solidFill>
                <a:effectLst/>
                <a:uFillTx/>
                <a:latin typeface="Times New Roman"/>
                <a:ea typeface="Times New Roman"/>
              </a:rPr>
              <a:t>ITR</a:t>
            </a:r>
            <a:r>
              <a:rPr lang="en-US" sz="2000" b="1" u="none" strike="noStrike">
                <a:solidFill>
                  <a:schemeClr val="dk1"/>
                </a:solidFill>
                <a:effectLst/>
                <a:uFillTx/>
                <a:latin typeface="Times New Roman"/>
                <a:ea typeface="Times New Roman"/>
              </a:rPr>
              <a:t>A P </a:t>
            </a:r>
            <a:r>
              <a:rPr lang="en-US" sz="2000" b="1" u="none" strike="noStrike">
                <a:solidFill>
                  <a:schemeClr val="dk1"/>
                </a:solidFill>
                <a:effectLst/>
                <a:uFillTx/>
                <a:latin typeface="Times New Roman"/>
                <a:ea typeface="Times New Roman"/>
              </a:rPr>
              <a:t>(E0</a:t>
            </a:r>
            <a:r>
              <a:rPr lang="en-US" sz="2000" b="1" u="none" strike="noStrike">
                <a:solidFill>
                  <a:schemeClr val="dk1"/>
                </a:solidFill>
                <a:effectLst/>
                <a:uFillTx/>
                <a:latin typeface="Times New Roman"/>
                <a:ea typeface="Times New Roman"/>
              </a:rPr>
              <a:t>323</a:t>
            </a:r>
            <a:r>
              <a:rPr lang="en-US" sz="2000" b="1" u="none" strike="noStrike">
                <a:solidFill>
                  <a:schemeClr val="dk1"/>
                </a:solidFill>
                <a:effectLst/>
                <a:uFillTx/>
                <a:latin typeface="Times New Roman"/>
                <a:ea typeface="Times New Roman"/>
              </a:rPr>
              <a:t>038)</a:t>
            </a:r>
            <a:endParaRPr lang="en-US" sz="2000" b="0" u="none" strike="noStrike">
              <a:solidFill>
                <a:srgbClr val="000000"/>
              </a:solidFill>
              <a:effectLst/>
              <a:uFillTx/>
              <a:latin typeface="Arial"/>
            </a:endParaRPr>
          </a:p>
        </p:txBody>
      </p:sp>
      <p:sp>
        <p:nvSpPr>
          <p:cNvPr id="17" name="guided by"/>
          <p:cNvSpPr/>
          <p:nvPr/>
        </p:nvSpPr>
        <p:spPr>
          <a:xfrm>
            <a:off x="6382440" y="4617720"/>
            <a:ext cx="5303160" cy="1828440"/>
          </a:xfrm>
          <a:prstGeom prst="rect">
            <a:avLst/>
          </a:prstGeom>
          <a:noFill/>
          <a:ln w="0">
            <a:noFill/>
          </a:ln>
        </p:spPr>
        <p:style>
          <a:lnRef idx="0"/>
          <a:fillRef idx="0"/>
          <a:effectRef idx="0"/>
          <a:fontRef idx="minor"/>
        </p:style>
        <p:txBody>
          <a:bodyPr lIns="0" tIns="0" rIns="0" bIns="0" anchor="b">
            <a:noAutofit/>
          </a:bodyPr>
          <a:p>
            <a:pPr algn="r" defTabSz="914400">
              <a:lnSpc>
                <a:spcPct val="100000"/>
              </a:lnSpc>
              <a:tabLst>
                <a:tab pos="0" algn="l"/>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C</a:t>
            </a:r>
            <a:r>
              <a:rPr lang="en-US" sz="4800" b="1" u="none" strike="noStrike">
                <a:solidFill>
                  <a:schemeClr val="dk2"/>
                </a:solidFill>
                <a:effectLst/>
                <a:uFillTx/>
                <a:latin typeface="Times New Roman"/>
                <a:ea typeface="Times New Roman"/>
              </a:rPr>
              <a:t>O</a:t>
            </a:r>
            <a:r>
              <a:rPr lang="en-US" sz="4800" b="1" u="none" strike="noStrike">
                <a:solidFill>
                  <a:schemeClr val="dk2"/>
                </a:solidFill>
                <a:effectLst/>
                <a:uFillTx/>
                <a:latin typeface="Times New Roman"/>
                <a:ea typeface="Times New Roman"/>
              </a:rPr>
              <a:t>N</a:t>
            </a:r>
            <a:r>
              <a:rPr lang="en-US" sz="4800" b="1" u="none" strike="noStrike">
                <a:solidFill>
                  <a:schemeClr val="dk2"/>
                </a:solidFill>
                <a:effectLst/>
                <a:uFillTx/>
                <a:latin typeface="Times New Roman"/>
                <a:ea typeface="Times New Roman"/>
              </a:rPr>
              <a:t>T</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N</a:t>
            </a:r>
            <a:r>
              <a:rPr lang="en-US" sz="4800" b="1" u="none" strike="noStrike">
                <a:solidFill>
                  <a:schemeClr val="dk2"/>
                </a:solidFill>
                <a:effectLst/>
                <a:uFillTx/>
                <a:latin typeface="Times New Roman"/>
                <a:ea typeface="Times New Roman"/>
              </a:rPr>
              <a:t>T </a:t>
            </a:r>
            <a:r>
              <a:rPr lang="en-US" sz="4800" b="1" u="none" strike="noStrike">
                <a:solidFill>
                  <a:schemeClr val="dk2"/>
                </a:solidFill>
                <a:effectLst/>
                <a:uFillTx/>
                <a:latin typeface="Times New Roman"/>
                <a:ea typeface="Times New Roman"/>
              </a:rPr>
              <a:t>O</a:t>
            </a:r>
            <a:r>
              <a:rPr lang="en-US" sz="4800" b="1" u="none" strike="noStrike">
                <a:solidFill>
                  <a:schemeClr val="dk2"/>
                </a:solidFill>
                <a:effectLst/>
                <a:uFillTx/>
                <a:latin typeface="Times New Roman"/>
                <a:ea typeface="Times New Roman"/>
              </a:rPr>
              <a:t>V</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R</a:t>
            </a:r>
            <a:r>
              <a:rPr lang="en-US" sz="4800" b="1" u="none" strike="noStrike">
                <a:solidFill>
                  <a:schemeClr val="dk2"/>
                </a:solidFill>
                <a:effectLst/>
                <a:uFillTx/>
                <a:latin typeface="Times New Roman"/>
                <a:ea typeface="Times New Roman"/>
              </a:rPr>
              <a:t>V</a:t>
            </a:r>
            <a:r>
              <a:rPr lang="en-US" sz="4800" b="1" u="none" strike="noStrike">
                <a:solidFill>
                  <a:schemeClr val="dk2"/>
                </a:solidFill>
                <a:effectLst/>
                <a:uFillTx/>
                <a:latin typeface="Times New Roman"/>
                <a:ea typeface="Times New Roman"/>
              </a:rPr>
              <a:t>I</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W</a:t>
            </a:r>
            <a:endParaRPr lang="en-US" sz="4800" b="0" u="none" strike="noStrike">
              <a:solidFill>
                <a:schemeClr val="dk1"/>
              </a:solidFill>
              <a:effectLst/>
              <a:uFillTx/>
              <a:latin typeface="Times New Roman"/>
            </a:endParaRPr>
          </a:p>
        </p:txBody>
      </p:sp>
      <p:sp>
        <p:nvSpPr>
          <p:cNvPr id="19" name="overview 1"/>
          <p:cNvSpPr/>
          <p:nvPr/>
        </p:nvSpPr>
        <p:spPr>
          <a:xfrm>
            <a:off x="1097280" y="1463040"/>
            <a:ext cx="5120280" cy="457164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1.  </a:t>
            </a:r>
            <a:r>
              <a:rPr lang="en-US" sz="2600" b="0" u="none" strike="noStrike">
                <a:solidFill>
                  <a:schemeClr val="dk1"/>
                </a:solidFill>
                <a:effectLst/>
                <a:uFillTx/>
                <a:latin typeface="Times New Roman"/>
                <a:ea typeface="Times New Roman"/>
              </a:rPr>
              <a:t>Pro</a:t>
            </a:r>
            <a:r>
              <a:rPr lang="en-US" sz="2600" b="0" u="none" strike="noStrike">
                <a:solidFill>
                  <a:schemeClr val="dk1"/>
                </a:solidFill>
                <a:effectLst/>
                <a:uFillTx/>
                <a:latin typeface="Times New Roman"/>
                <a:ea typeface="Times New Roman"/>
              </a:rPr>
              <a:t>ble</a:t>
            </a:r>
            <a:r>
              <a:rPr lang="en-US" sz="2600" b="0" u="none" strike="noStrike">
                <a:solidFill>
                  <a:schemeClr val="dk1"/>
                </a:solidFill>
                <a:effectLst/>
                <a:uFillTx/>
                <a:latin typeface="Times New Roman"/>
                <a:ea typeface="Times New Roman"/>
              </a:rPr>
              <a:t>m </a:t>
            </a:r>
            <a:r>
              <a:rPr lang="en-US" sz="2600" b="0" u="none" strike="noStrike">
                <a:solidFill>
                  <a:schemeClr val="dk1"/>
                </a:solidFill>
                <a:effectLst/>
                <a:uFillTx/>
                <a:latin typeface="Times New Roman"/>
                <a:ea typeface="Times New Roman"/>
              </a:rPr>
              <a:t>Sta</a:t>
            </a:r>
            <a:r>
              <a:rPr lang="en-US" sz="2600" b="0" u="none" strike="noStrike">
                <a:solidFill>
                  <a:schemeClr val="dk1"/>
                </a:solidFill>
                <a:effectLst/>
                <a:uFillTx/>
                <a:latin typeface="Times New Roman"/>
                <a:ea typeface="Times New Roman"/>
              </a:rPr>
              <a:t>te</a:t>
            </a:r>
            <a:r>
              <a:rPr lang="en-US" sz="2600" b="0" u="none" strike="noStrike">
                <a:solidFill>
                  <a:schemeClr val="dk1"/>
                </a:solidFill>
                <a:effectLst/>
                <a:uFillTx/>
                <a:latin typeface="Times New Roman"/>
                <a:ea typeface="Times New Roman"/>
              </a:rPr>
              <a:t>me</a:t>
            </a:r>
            <a:r>
              <a:rPr lang="en-US" sz="2600" b="0" u="none" strike="noStrike">
                <a:solidFill>
                  <a:schemeClr val="dk1"/>
                </a:solidFill>
                <a:effectLst/>
                <a:uFillTx/>
                <a:latin typeface="Times New Roman"/>
                <a:ea typeface="Times New Roman"/>
              </a:rPr>
              <a:t>nt</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2.  </a:t>
            </a:r>
            <a:r>
              <a:rPr lang="en-US" sz="2600" b="0" u="none" strike="noStrike">
                <a:solidFill>
                  <a:schemeClr val="dk1"/>
                </a:solidFill>
                <a:effectLst/>
                <a:uFillTx/>
                <a:latin typeface="Times New Roman"/>
                <a:ea typeface="Times New Roman"/>
              </a:rPr>
              <a:t>Intr</a:t>
            </a:r>
            <a:r>
              <a:rPr lang="en-US" sz="2600" b="0" u="none" strike="noStrike">
                <a:solidFill>
                  <a:schemeClr val="dk1"/>
                </a:solidFill>
                <a:effectLst/>
                <a:uFillTx/>
                <a:latin typeface="Times New Roman"/>
                <a:ea typeface="Times New Roman"/>
              </a:rPr>
              <a:t>od</a:t>
            </a:r>
            <a:r>
              <a:rPr lang="en-US" sz="2600" b="0" u="none" strike="noStrike">
                <a:solidFill>
                  <a:schemeClr val="dk1"/>
                </a:solidFill>
                <a:effectLst/>
                <a:uFillTx/>
                <a:latin typeface="Times New Roman"/>
                <a:ea typeface="Times New Roman"/>
              </a:rPr>
              <a:t>uct</a:t>
            </a:r>
            <a:r>
              <a:rPr lang="en-US" sz="2600" b="0" u="none" strike="noStrike">
                <a:solidFill>
                  <a:schemeClr val="dk1"/>
                </a:solidFill>
                <a:effectLst/>
                <a:uFillTx/>
                <a:latin typeface="Times New Roman"/>
                <a:ea typeface="Times New Roman"/>
              </a:rPr>
              <a:t>ion</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3.  </a:t>
            </a:r>
            <a:r>
              <a:rPr lang="en-US" sz="2600" b="0" u="none" strike="noStrike">
                <a:solidFill>
                  <a:schemeClr val="dk1"/>
                </a:solidFill>
                <a:effectLst/>
                <a:uFillTx/>
                <a:latin typeface="Times New Roman"/>
                <a:ea typeface="Times New Roman"/>
              </a:rPr>
              <a:t>Ob</a:t>
            </a:r>
            <a:r>
              <a:rPr lang="en-US" sz="2600" b="0" u="none" strike="noStrike">
                <a:solidFill>
                  <a:schemeClr val="dk1"/>
                </a:solidFill>
                <a:effectLst/>
                <a:uFillTx/>
                <a:latin typeface="Times New Roman"/>
                <a:ea typeface="Times New Roman"/>
              </a:rPr>
              <a:t>ject</a:t>
            </a:r>
            <a:r>
              <a:rPr lang="en-US" sz="2600" b="0" u="none" strike="noStrike">
                <a:solidFill>
                  <a:schemeClr val="dk1"/>
                </a:solidFill>
                <a:effectLst/>
                <a:uFillTx/>
                <a:latin typeface="Times New Roman"/>
                <a:ea typeface="Times New Roman"/>
              </a:rPr>
              <a:t>ive</a:t>
            </a:r>
            <a:r>
              <a:rPr lang="en-US" sz="2600" b="0" u="none" strike="noStrike">
                <a:solidFill>
                  <a:schemeClr val="dk1"/>
                </a:solidFill>
                <a:effectLst/>
                <a:uFillTx/>
                <a:latin typeface="Times New Roman"/>
                <a:ea typeface="Times New Roman"/>
              </a:rPr>
              <a:t>s</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4.  </a:t>
            </a:r>
            <a:r>
              <a:rPr lang="en-US" sz="2600" b="0" u="none" strike="noStrike">
                <a:solidFill>
                  <a:schemeClr val="dk1"/>
                </a:solidFill>
                <a:effectLst/>
                <a:uFillTx/>
                <a:latin typeface="Times New Roman"/>
                <a:ea typeface="Times New Roman"/>
              </a:rPr>
              <a:t>Ba</a:t>
            </a:r>
            <a:r>
              <a:rPr lang="en-US" sz="2600" b="0" u="none" strike="noStrike">
                <a:solidFill>
                  <a:schemeClr val="dk1"/>
                </a:solidFill>
                <a:effectLst/>
                <a:uFillTx/>
                <a:latin typeface="Times New Roman"/>
                <a:ea typeface="Times New Roman"/>
              </a:rPr>
              <a:t>sic </a:t>
            </a:r>
            <a:r>
              <a:rPr lang="en-US" sz="2600" b="0" u="none" strike="noStrike">
                <a:solidFill>
                  <a:schemeClr val="dk1"/>
                </a:solidFill>
                <a:effectLst/>
                <a:uFillTx/>
                <a:latin typeface="Times New Roman"/>
                <a:ea typeface="Times New Roman"/>
              </a:rPr>
              <a:t>Re</a:t>
            </a:r>
            <a:r>
              <a:rPr lang="en-US" sz="2600" b="0" u="none" strike="noStrike">
                <a:solidFill>
                  <a:schemeClr val="dk1"/>
                </a:solidFill>
                <a:effectLst/>
                <a:uFillTx/>
                <a:latin typeface="Times New Roman"/>
                <a:ea typeface="Times New Roman"/>
              </a:rPr>
              <a:t>sea</a:t>
            </a:r>
            <a:r>
              <a:rPr lang="en-US" sz="2600" b="0" u="none" strike="noStrike">
                <a:solidFill>
                  <a:schemeClr val="dk1"/>
                </a:solidFill>
                <a:effectLst/>
                <a:uFillTx/>
                <a:latin typeface="Times New Roman"/>
                <a:ea typeface="Times New Roman"/>
              </a:rPr>
              <a:t>rch </a:t>
            </a:r>
            <a:r>
              <a:rPr lang="en-US" sz="2600" b="0" u="none" strike="noStrike">
                <a:solidFill>
                  <a:schemeClr val="dk1"/>
                </a:solidFill>
                <a:effectLst/>
                <a:uFillTx/>
                <a:latin typeface="Times New Roman"/>
                <a:ea typeface="Times New Roman"/>
              </a:rPr>
              <a:t>Sur</a:t>
            </a:r>
            <a:r>
              <a:rPr lang="en-US" sz="2600" b="0" u="none" strike="noStrike">
                <a:solidFill>
                  <a:schemeClr val="dk1"/>
                </a:solidFill>
                <a:effectLst/>
                <a:uFillTx/>
                <a:latin typeface="Times New Roman"/>
                <a:ea typeface="Times New Roman"/>
              </a:rPr>
              <a:t>vey</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5.  </a:t>
            </a:r>
            <a:r>
              <a:rPr lang="en-US" sz="2600" b="0" u="none" strike="noStrike">
                <a:solidFill>
                  <a:schemeClr val="dk1"/>
                </a:solidFill>
                <a:effectLst/>
                <a:uFillTx/>
                <a:latin typeface="Times New Roman"/>
                <a:ea typeface="Times New Roman"/>
              </a:rPr>
              <a:t>Sys</a:t>
            </a:r>
            <a:r>
              <a:rPr lang="en-US" sz="2600" b="0" u="none" strike="noStrike">
                <a:solidFill>
                  <a:schemeClr val="dk1"/>
                </a:solidFill>
                <a:effectLst/>
                <a:uFillTx/>
                <a:latin typeface="Times New Roman"/>
                <a:ea typeface="Times New Roman"/>
              </a:rPr>
              <a:t>te</a:t>
            </a:r>
            <a:r>
              <a:rPr lang="en-US" sz="2600" b="0" u="none" strike="noStrike">
                <a:solidFill>
                  <a:schemeClr val="dk1"/>
                </a:solidFill>
                <a:effectLst/>
                <a:uFillTx/>
                <a:latin typeface="Times New Roman"/>
                <a:ea typeface="Times New Roman"/>
              </a:rPr>
              <a:t>m </a:t>
            </a:r>
            <a:r>
              <a:rPr lang="en-US" sz="2600" b="0" u="none" strike="noStrike">
                <a:solidFill>
                  <a:schemeClr val="dk1"/>
                </a:solidFill>
                <a:effectLst/>
                <a:uFillTx/>
                <a:latin typeface="Times New Roman"/>
                <a:ea typeface="Times New Roman"/>
              </a:rPr>
              <a:t>Ar</a:t>
            </a:r>
            <a:r>
              <a:rPr lang="en-US" sz="2600" b="0" u="none" strike="noStrike">
                <a:solidFill>
                  <a:schemeClr val="dk1"/>
                </a:solidFill>
                <a:effectLst/>
                <a:uFillTx/>
                <a:latin typeface="Times New Roman"/>
                <a:ea typeface="Times New Roman"/>
              </a:rPr>
              <a:t>chi</a:t>
            </a:r>
            <a:r>
              <a:rPr lang="en-US" sz="2600" b="0" u="none" strike="noStrike">
                <a:solidFill>
                  <a:schemeClr val="dk1"/>
                </a:solidFill>
                <a:effectLst/>
                <a:uFillTx/>
                <a:latin typeface="Times New Roman"/>
                <a:ea typeface="Times New Roman"/>
              </a:rPr>
              <a:t>tect</a:t>
            </a:r>
            <a:r>
              <a:rPr lang="en-US" sz="2600" b="0" u="none" strike="noStrike">
                <a:solidFill>
                  <a:schemeClr val="dk1"/>
                </a:solidFill>
                <a:effectLst/>
                <a:uFillTx/>
                <a:latin typeface="Times New Roman"/>
                <a:ea typeface="Times New Roman"/>
              </a:rPr>
              <a:t>ure</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6.  </a:t>
            </a:r>
            <a:r>
              <a:rPr lang="en-US" sz="2600" b="0" u="none" strike="noStrike">
                <a:solidFill>
                  <a:schemeClr val="dk1"/>
                </a:solidFill>
                <a:effectLst/>
                <a:uFillTx/>
                <a:latin typeface="Times New Roman"/>
                <a:ea typeface="Times New Roman"/>
              </a:rPr>
              <a:t>Pro</a:t>
            </a:r>
            <a:r>
              <a:rPr lang="en-US" sz="2600" b="0" u="none" strike="noStrike">
                <a:solidFill>
                  <a:schemeClr val="dk1"/>
                </a:solidFill>
                <a:effectLst/>
                <a:uFillTx/>
                <a:latin typeface="Times New Roman"/>
                <a:ea typeface="Times New Roman"/>
              </a:rPr>
              <a:t>pos</a:t>
            </a:r>
            <a:r>
              <a:rPr lang="en-US" sz="2600" b="0" u="none" strike="noStrike">
                <a:solidFill>
                  <a:schemeClr val="dk1"/>
                </a:solidFill>
                <a:effectLst/>
                <a:uFillTx/>
                <a:latin typeface="Times New Roman"/>
                <a:ea typeface="Times New Roman"/>
              </a:rPr>
              <a:t>ed </a:t>
            </a:r>
            <a:r>
              <a:rPr lang="en-US" sz="2600" b="0" u="none" strike="noStrike">
                <a:solidFill>
                  <a:schemeClr val="dk1"/>
                </a:solidFill>
                <a:effectLst/>
                <a:uFillTx/>
                <a:latin typeface="Times New Roman"/>
                <a:ea typeface="Times New Roman"/>
              </a:rPr>
              <a:t>Me</a:t>
            </a:r>
            <a:r>
              <a:rPr lang="en-US" sz="2600" b="0" u="none" strike="noStrike">
                <a:solidFill>
                  <a:schemeClr val="dk1"/>
                </a:solidFill>
                <a:effectLst/>
                <a:uFillTx/>
                <a:latin typeface="Times New Roman"/>
                <a:ea typeface="Times New Roman"/>
              </a:rPr>
              <a:t>tho</a:t>
            </a:r>
            <a:r>
              <a:rPr lang="en-US" sz="2600" b="0" u="none" strike="noStrike">
                <a:solidFill>
                  <a:schemeClr val="dk1"/>
                </a:solidFill>
                <a:effectLst/>
                <a:uFillTx/>
                <a:latin typeface="Times New Roman"/>
                <a:ea typeface="Times New Roman"/>
              </a:rPr>
              <a:t>dol</a:t>
            </a:r>
            <a:r>
              <a:rPr lang="en-US" sz="2600" b="0" u="none" strike="noStrike">
                <a:solidFill>
                  <a:schemeClr val="dk1"/>
                </a:solidFill>
                <a:effectLst/>
                <a:uFillTx/>
                <a:latin typeface="Times New Roman"/>
                <a:ea typeface="Times New Roman"/>
              </a:rPr>
              <a:t>og</a:t>
            </a:r>
            <a:r>
              <a:rPr lang="en-US" sz="2600" b="0" u="none" strike="noStrike">
                <a:solidFill>
                  <a:schemeClr val="dk1"/>
                </a:solidFill>
                <a:effectLst/>
                <a:uFillTx/>
                <a:latin typeface="Times New Roman"/>
                <a:ea typeface="Times New Roman"/>
              </a:rPr>
              <a:t>y</a:t>
            </a:r>
            <a:endParaRPr lang="en-US" sz="2600" b="0" u="none" strike="noStrike">
              <a:solidFill>
                <a:srgbClr val="000000"/>
              </a:solidFill>
              <a:effectLst/>
              <a:uFillTx/>
              <a:latin typeface="Arial"/>
            </a:endParaRPr>
          </a:p>
        </p:txBody>
      </p:sp>
      <p:sp>
        <p:nvSpPr>
          <p:cNvPr id="20" name="overview 7"/>
          <p:cNvSpPr/>
          <p:nvPr/>
        </p:nvSpPr>
        <p:spPr>
          <a:xfrm>
            <a:off x="6400800" y="1463040"/>
            <a:ext cx="5120280" cy="457164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7.  </a:t>
            </a:r>
            <a:r>
              <a:rPr lang="en-US" sz="2600" b="0" u="none" strike="noStrike">
                <a:solidFill>
                  <a:schemeClr val="dk1"/>
                </a:solidFill>
                <a:effectLst/>
                <a:uFillTx/>
                <a:latin typeface="Times New Roman"/>
                <a:ea typeface="Times New Roman"/>
              </a:rPr>
              <a:t>To</a:t>
            </a:r>
            <a:r>
              <a:rPr lang="en-US" sz="2600" b="0" u="none" strike="noStrike">
                <a:solidFill>
                  <a:schemeClr val="dk1"/>
                </a:solidFill>
                <a:effectLst/>
                <a:uFillTx/>
                <a:latin typeface="Times New Roman"/>
                <a:ea typeface="Times New Roman"/>
              </a:rPr>
              <a:t>ols </a:t>
            </a:r>
            <a:r>
              <a:rPr lang="en-US" sz="2600" b="0" u="none" strike="noStrike">
                <a:solidFill>
                  <a:schemeClr val="dk1"/>
                </a:solidFill>
                <a:effectLst/>
                <a:uFillTx/>
                <a:latin typeface="Times New Roman"/>
                <a:ea typeface="Times New Roman"/>
              </a:rPr>
              <a:t>and </a:t>
            </a:r>
            <a:r>
              <a:rPr lang="en-US" sz="2600" b="0" u="none" strike="noStrike">
                <a:solidFill>
                  <a:schemeClr val="dk1"/>
                </a:solidFill>
                <a:effectLst/>
                <a:uFillTx/>
                <a:latin typeface="Times New Roman"/>
                <a:ea typeface="Times New Roman"/>
              </a:rPr>
              <a:t>Tec</a:t>
            </a:r>
            <a:r>
              <a:rPr lang="en-US" sz="2600" b="0" u="none" strike="noStrike">
                <a:solidFill>
                  <a:schemeClr val="dk1"/>
                </a:solidFill>
                <a:effectLst/>
                <a:uFillTx/>
                <a:latin typeface="Times New Roman"/>
                <a:ea typeface="Times New Roman"/>
              </a:rPr>
              <a:t>hni</a:t>
            </a:r>
            <a:r>
              <a:rPr lang="en-US" sz="2600" b="0" u="none" strike="noStrike">
                <a:solidFill>
                  <a:schemeClr val="dk1"/>
                </a:solidFill>
                <a:effectLst/>
                <a:uFillTx/>
                <a:latin typeface="Times New Roman"/>
                <a:ea typeface="Times New Roman"/>
              </a:rPr>
              <a:t>que</a:t>
            </a:r>
            <a:r>
              <a:rPr lang="en-US" sz="2600" b="0" u="none" strike="noStrike">
                <a:solidFill>
                  <a:schemeClr val="dk1"/>
                </a:solidFill>
                <a:effectLst/>
                <a:uFillTx/>
                <a:latin typeface="Times New Roman"/>
                <a:ea typeface="Times New Roman"/>
              </a:rPr>
              <a:t>s</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8.  </a:t>
            </a:r>
            <a:r>
              <a:rPr lang="en-US" sz="2600" b="0" u="none" strike="noStrike">
                <a:solidFill>
                  <a:schemeClr val="dk1"/>
                </a:solidFill>
                <a:effectLst/>
                <a:uFillTx/>
                <a:latin typeface="Times New Roman"/>
                <a:ea typeface="Times New Roman"/>
              </a:rPr>
              <a:t>Re</a:t>
            </a:r>
            <a:r>
              <a:rPr lang="en-US" sz="2600" b="0" u="none" strike="noStrike">
                <a:solidFill>
                  <a:schemeClr val="dk1"/>
                </a:solidFill>
                <a:effectLst/>
                <a:uFillTx/>
                <a:latin typeface="Times New Roman"/>
                <a:ea typeface="Times New Roman"/>
              </a:rPr>
              <a:t>sult</a:t>
            </a:r>
            <a:r>
              <a:rPr lang="en-US" sz="2600" b="0" u="none" strike="noStrike">
                <a:solidFill>
                  <a:schemeClr val="dk1"/>
                </a:solidFill>
                <a:effectLst/>
                <a:uFillTx/>
                <a:latin typeface="Times New Roman"/>
                <a:ea typeface="Times New Roman"/>
              </a:rPr>
              <a:t>s</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9.  </a:t>
            </a:r>
            <a:r>
              <a:rPr lang="en-US" sz="2600" b="0" u="none" strike="noStrike">
                <a:solidFill>
                  <a:schemeClr val="dk1"/>
                </a:solidFill>
                <a:effectLst/>
                <a:uFillTx/>
                <a:latin typeface="Times New Roman"/>
                <a:ea typeface="Times New Roman"/>
              </a:rPr>
              <a:t>Fut</a:t>
            </a:r>
            <a:r>
              <a:rPr lang="en-US" sz="2600" b="0" u="none" strike="noStrike">
                <a:solidFill>
                  <a:schemeClr val="dk1"/>
                </a:solidFill>
                <a:effectLst/>
                <a:uFillTx/>
                <a:latin typeface="Times New Roman"/>
                <a:ea typeface="Times New Roman"/>
              </a:rPr>
              <a:t>ure </a:t>
            </a:r>
            <a:r>
              <a:rPr lang="en-US" sz="2600" b="0" u="none" strike="noStrike">
                <a:solidFill>
                  <a:schemeClr val="dk1"/>
                </a:solidFill>
                <a:effectLst/>
                <a:uFillTx/>
                <a:latin typeface="Times New Roman"/>
                <a:ea typeface="Times New Roman"/>
              </a:rPr>
              <a:t>Sc</a:t>
            </a:r>
            <a:r>
              <a:rPr lang="en-US" sz="2600" b="0" u="none" strike="noStrike">
                <a:solidFill>
                  <a:schemeClr val="dk1"/>
                </a:solidFill>
                <a:effectLst/>
                <a:uFillTx/>
                <a:latin typeface="Times New Roman"/>
                <a:ea typeface="Times New Roman"/>
              </a:rPr>
              <a:t>ope</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10. </a:t>
            </a:r>
            <a:r>
              <a:rPr lang="en-US" sz="2600" b="0" u="none" strike="noStrike">
                <a:solidFill>
                  <a:schemeClr val="dk1"/>
                </a:solidFill>
                <a:effectLst/>
                <a:uFillTx/>
                <a:latin typeface="Times New Roman"/>
                <a:ea typeface="Times New Roman"/>
              </a:rPr>
              <a:t> </a:t>
            </a:r>
            <a:r>
              <a:rPr lang="en-US" sz="2600" b="0" u="none" strike="noStrike">
                <a:solidFill>
                  <a:schemeClr val="dk1"/>
                </a:solidFill>
                <a:effectLst/>
                <a:uFillTx/>
                <a:latin typeface="Times New Roman"/>
                <a:ea typeface="Times New Roman"/>
              </a:rPr>
              <a:t>Co</a:t>
            </a:r>
            <a:r>
              <a:rPr lang="en-US" sz="2600" b="0" u="none" strike="noStrike">
                <a:solidFill>
                  <a:schemeClr val="dk1"/>
                </a:solidFill>
                <a:effectLst/>
                <a:uFillTx/>
                <a:latin typeface="Times New Roman"/>
                <a:ea typeface="Times New Roman"/>
              </a:rPr>
              <a:t>ncl</a:t>
            </a:r>
            <a:r>
              <a:rPr lang="en-US" sz="2600" b="0" u="none" strike="noStrike">
                <a:solidFill>
                  <a:schemeClr val="dk1"/>
                </a:solidFill>
                <a:effectLst/>
                <a:uFillTx/>
                <a:latin typeface="Times New Roman"/>
                <a:ea typeface="Times New Roman"/>
              </a:rPr>
              <a:t>usi</a:t>
            </a:r>
            <a:r>
              <a:rPr lang="en-US" sz="2600" b="0" u="none" strike="noStrike">
                <a:solidFill>
                  <a:schemeClr val="dk1"/>
                </a:solidFill>
                <a:effectLst/>
                <a:uFillTx/>
                <a:latin typeface="Times New Roman"/>
                <a:ea typeface="Times New Roman"/>
              </a:rPr>
              <a:t>on</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11. </a:t>
            </a:r>
            <a:r>
              <a:rPr lang="en-US" sz="2600" b="0" u="none" strike="noStrike">
                <a:solidFill>
                  <a:schemeClr val="dk1"/>
                </a:solidFill>
                <a:effectLst/>
                <a:uFillTx/>
                <a:latin typeface="Times New Roman"/>
                <a:ea typeface="Times New Roman"/>
              </a:rPr>
              <a:t> </a:t>
            </a:r>
            <a:r>
              <a:rPr lang="en-US" sz="2600" b="0" u="none" strike="noStrike">
                <a:solidFill>
                  <a:schemeClr val="dk1"/>
                </a:solidFill>
                <a:effectLst/>
                <a:uFillTx/>
                <a:latin typeface="Times New Roman"/>
                <a:ea typeface="Times New Roman"/>
              </a:rPr>
              <a:t>Ti</a:t>
            </a:r>
            <a:r>
              <a:rPr lang="en-US" sz="2600" b="0" u="none" strike="noStrike">
                <a:solidFill>
                  <a:schemeClr val="dk1"/>
                </a:solidFill>
                <a:effectLst/>
                <a:uFillTx/>
                <a:latin typeface="Times New Roman"/>
                <a:ea typeface="Times New Roman"/>
              </a:rPr>
              <a:t>me</a:t>
            </a:r>
            <a:r>
              <a:rPr lang="en-US" sz="2600" b="0" u="none" strike="noStrike">
                <a:solidFill>
                  <a:schemeClr val="dk1"/>
                </a:solidFill>
                <a:effectLst/>
                <a:uFillTx/>
                <a:latin typeface="Times New Roman"/>
                <a:ea typeface="Times New Roman"/>
              </a:rPr>
              <a:t>lin</a:t>
            </a:r>
            <a:r>
              <a:rPr lang="en-US" sz="2600" b="0" u="none" strike="noStrike">
                <a:solidFill>
                  <a:schemeClr val="dk1"/>
                </a:solidFill>
                <a:effectLst/>
                <a:uFillTx/>
                <a:latin typeface="Times New Roman"/>
                <a:ea typeface="Times New Roman"/>
              </a:rPr>
              <a:t>e</a:t>
            </a:r>
            <a:endParaRPr lang="en-US" sz="2600" b="0" u="none" strike="noStrike">
              <a:solidFill>
                <a:srgbClr val="000000"/>
              </a:solidFill>
              <a:effectLst/>
              <a:uFillTx/>
              <a:latin typeface="Arial"/>
            </a:endParaRPr>
          </a:p>
          <a:p>
            <a:pPr defTabSz="914400">
              <a:lnSpc>
                <a:spcPct val="100000"/>
              </a:lnSpc>
              <a:spcAft>
                <a:spcPts val="1800"/>
              </a:spcAft>
              <a:tabLst>
                <a:tab pos="0" algn="l"/>
              </a:tabLst>
            </a:pPr>
            <a:r>
              <a:rPr lang="en-US" sz="2600" b="0" u="none" strike="noStrike">
                <a:solidFill>
                  <a:schemeClr val="dk1"/>
                </a:solidFill>
                <a:effectLst/>
                <a:uFillTx/>
                <a:latin typeface="Times New Roman"/>
                <a:ea typeface="Times New Roman"/>
              </a:rPr>
              <a:t>12. </a:t>
            </a:r>
            <a:r>
              <a:rPr lang="en-US" sz="2600" b="0" u="none" strike="noStrike">
                <a:solidFill>
                  <a:schemeClr val="dk1"/>
                </a:solidFill>
                <a:effectLst/>
                <a:uFillTx/>
                <a:latin typeface="Times New Roman"/>
                <a:ea typeface="Times New Roman"/>
              </a:rPr>
              <a:t> </a:t>
            </a:r>
            <a:r>
              <a:rPr lang="en-US" sz="2600" b="0" u="none" strike="noStrike">
                <a:solidFill>
                  <a:schemeClr val="dk1"/>
                </a:solidFill>
                <a:effectLst/>
                <a:uFillTx/>
                <a:latin typeface="Times New Roman"/>
                <a:ea typeface="Times New Roman"/>
              </a:rPr>
              <a:t>Ref</a:t>
            </a:r>
            <a:r>
              <a:rPr lang="en-US" sz="2600" b="0" u="none" strike="noStrike">
                <a:solidFill>
                  <a:schemeClr val="dk1"/>
                </a:solidFill>
                <a:effectLst/>
                <a:uFillTx/>
                <a:latin typeface="Times New Roman"/>
                <a:ea typeface="Times New Roman"/>
              </a:rPr>
              <a:t>ere</a:t>
            </a:r>
            <a:r>
              <a:rPr lang="en-US" sz="2600" b="0" u="none" strike="noStrike">
                <a:solidFill>
                  <a:schemeClr val="dk1"/>
                </a:solidFill>
                <a:effectLst/>
                <a:uFillTx/>
                <a:latin typeface="Times New Roman"/>
                <a:ea typeface="Times New Roman"/>
              </a:rPr>
              <a:t>nce</a:t>
            </a:r>
            <a:r>
              <a:rPr lang="en-US" sz="2600" b="0" u="none" strike="noStrike">
                <a:solidFill>
                  <a:schemeClr val="dk1"/>
                </a:solidFill>
                <a:effectLst/>
                <a:uFillTx/>
                <a:latin typeface="Times New Roman"/>
                <a:ea typeface="Times New Roman"/>
              </a:rPr>
              <a:t>s</a:t>
            </a:r>
            <a:endParaRPr lang="en-US" sz="2600" b="0" u="none" strike="noStrike">
              <a:solidFill>
                <a:srgbClr val="000000"/>
              </a:solidFill>
              <a:effectLst/>
              <a:uFillTx/>
              <a:latin typeface="Arial"/>
            </a:endParaRPr>
          </a:p>
        </p:txBody>
      </p:sp>
      <p:sp>
        <p:nvSpPr>
          <p:cNvPr id="21" name="PlaceHolder 2"/>
          <p:cNvSpPr>
            <a:spLocks noGrp="1"/>
          </p:cNvSpPr>
          <p:nvPr>
            <p:ph type="sldNum" idx="5"/>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08341E46-8D94-455A-BCB1-4588D5008AEC}"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P</a:t>
            </a:r>
            <a:r>
              <a:rPr lang="en-US" sz="4800" b="1" u="none" strike="noStrike">
                <a:solidFill>
                  <a:schemeClr val="dk2"/>
                </a:solidFill>
                <a:effectLst/>
                <a:uFillTx/>
                <a:latin typeface="Times New Roman"/>
                <a:ea typeface="Times New Roman"/>
              </a:rPr>
              <a:t>R</a:t>
            </a:r>
            <a:r>
              <a:rPr lang="en-US" sz="4800" b="1" u="none" strike="noStrike">
                <a:solidFill>
                  <a:schemeClr val="dk2"/>
                </a:solidFill>
                <a:effectLst/>
                <a:uFillTx/>
                <a:latin typeface="Times New Roman"/>
                <a:ea typeface="Times New Roman"/>
              </a:rPr>
              <a:t>O</a:t>
            </a:r>
            <a:r>
              <a:rPr lang="en-US" sz="4800" b="1" u="none" strike="noStrike">
                <a:solidFill>
                  <a:schemeClr val="dk2"/>
                </a:solidFill>
                <a:effectLst/>
                <a:uFillTx/>
                <a:latin typeface="Times New Roman"/>
                <a:ea typeface="Times New Roman"/>
              </a:rPr>
              <a:t>B</a:t>
            </a:r>
            <a:r>
              <a:rPr lang="en-US" sz="4800" b="1" u="none" strike="noStrike">
                <a:solidFill>
                  <a:schemeClr val="dk2"/>
                </a:solidFill>
                <a:effectLst/>
                <a:uFillTx/>
                <a:latin typeface="Times New Roman"/>
                <a:ea typeface="Times New Roman"/>
              </a:rPr>
              <a:t>L</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M</a:t>
            </a:r>
            <a:r>
              <a:rPr lang="en-US" sz="4800" b="1" u="none" strike="noStrike">
                <a:solidFill>
                  <a:schemeClr val="dk2"/>
                </a:solidFill>
                <a:effectLst/>
                <a:uFillTx/>
                <a:latin typeface="Times New Roman"/>
                <a:ea typeface="Times New Roman"/>
              </a:rPr>
              <a:t> </a:t>
            </a:r>
            <a:r>
              <a:rPr lang="en-US" sz="4800" b="1" u="none" strike="noStrike">
                <a:solidFill>
                  <a:schemeClr val="dk2"/>
                </a:solidFill>
                <a:effectLst/>
                <a:uFillTx/>
                <a:latin typeface="Times New Roman"/>
                <a:ea typeface="Times New Roman"/>
              </a:rPr>
              <a:t>S</a:t>
            </a:r>
            <a:r>
              <a:rPr lang="en-US" sz="4800" b="1" u="none" strike="noStrike">
                <a:solidFill>
                  <a:schemeClr val="dk2"/>
                </a:solidFill>
                <a:effectLst/>
                <a:uFillTx/>
                <a:latin typeface="Times New Roman"/>
                <a:ea typeface="Times New Roman"/>
              </a:rPr>
              <a:t>T</a:t>
            </a:r>
            <a:r>
              <a:rPr lang="en-US" sz="4800" b="1" u="none" strike="noStrike">
                <a:solidFill>
                  <a:schemeClr val="dk2"/>
                </a:solidFill>
                <a:effectLst/>
                <a:uFillTx/>
                <a:latin typeface="Times New Roman"/>
                <a:ea typeface="Times New Roman"/>
              </a:rPr>
              <a:t>A</a:t>
            </a:r>
            <a:r>
              <a:rPr lang="en-US" sz="4800" b="1" u="none" strike="noStrike">
                <a:solidFill>
                  <a:schemeClr val="dk2"/>
                </a:solidFill>
                <a:effectLst/>
                <a:uFillTx/>
                <a:latin typeface="Times New Roman"/>
                <a:ea typeface="Times New Roman"/>
              </a:rPr>
              <a:t>T</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M</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N</a:t>
            </a:r>
            <a:r>
              <a:rPr lang="en-US" sz="4800" b="1" u="none" strike="noStrike">
                <a:solidFill>
                  <a:schemeClr val="dk2"/>
                </a:solidFill>
                <a:effectLst/>
                <a:uFillTx/>
                <a:latin typeface="Times New Roman"/>
                <a:ea typeface="Times New Roman"/>
              </a:rPr>
              <a:t>T</a:t>
            </a:r>
            <a:endParaRPr lang="en-US" sz="4800" b="0" u="none" strike="noStrike">
              <a:solidFill>
                <a:schemeClr val="dk1"/>
              </a:solidFill>
              <a:effectLst/>
              <a:uFillTx/>
              <a:latin typeface="Times New Roman"/>
            </a:endParaRPr>
          </a:p>
        </p:txBody>
      </p:sp>
      <p:sp>
        <p:nvSpPr>
          <p:cNvPr id="23" name="points"/>
          <p:cNvSpPr/>
          <p:nvPr/>
        </p:nvSpPr>
        <p:spPr>
          <a:xfrm>
            <a:off x="502920" y="1280160"/>
            <a:ext cx="11182680" cy="502884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00000"/>
              </a:lnSpc>
              <a:spcAft>
                <a:spcPts val="1599"/>
              </a:spcAft>
              <a:buClr>
                <a:srgbClr val="000000"/>
              </a:buClr>
              <a:buFont typeface="Symbol" charset="2"/>
              <a:buChar char=""/>
            </a:pP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k</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w</a:t>
            </a:r>
            <a:r>
              <a:rPr lang="en-US" sz="2200" b="0"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a </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w</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a </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w</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l </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y </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u</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a </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p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599"/>
              </a:spcAft>
              <a:buClr>
                <a:srgbClr val="000000"/>
              </a:buClr>
              <a:buFont typeface="Symbol" charset="2"/>
              <a:buChar char=""/>
            </a:pP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l </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6</a:t>
            </a:r>
            <a:r>
              <a:rPr lang="en-US" sz="2200" b="1" u="none" strike="noStrike">
                <a:solidFill>
                  <a:schemeClr val="dk1"/>
                </a:solidFill>
                <a:effectLst/>
                <a:uFillTx/>
                <a:latin typeface="Times New Roman"/>
                <a:ea typeface="Times New Roman"/>
              </a:rPr>
              <a:t>-</a:t>
            </a:r>
            <a:r>
              <a:rPr lang="en-US" sz="2200" b="1" u="none" strike="noStrike">
                <a:solidFill>
                  <a:schemeClr val="dk1"/>
                </a:solidFill>
                <a:effectLst/>
                <a:uFillTx/>
                <a:latin typeface="Times New Roman"/>
                <a:ea typeface="Times New Roman"/>
              </a:rPr>
              <a:t>1</a:t>
            </a:r>
            <a:r>
              <a:rPr lang="en-US" sz="2200" b="1" u="none" strike="noStrike">
                <a:solidFill>
                  <a:schemeClr val="dk1"/>
                </a:solidFill>
                <a:effectLst/>
                <a:uFillTx/>
                <a:latin typeface="Times New Roman"/>
                <a:ea typeface="Times New Roman"/>
              </a:rPr>
              <a:t>5 </a:t>
            </a:r>
            <a:r>
              <a:rPr lang="en-US" sz="2200" b="1" u="none" strike="noStrike">
                <a:solidFill>
                  <a:schemeClr val="dk1"/>
                </a:solidFill>
                <a:effectLst/>
                <a:uFillTx/>
                <a:latin typeface="Times New Roman"/>
                <a:ea typeface="Times New Roman"/>
              </a:rPr>
              <a:t>p</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x</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3</a:t>
            </a:r>
            <a:r>
              <a:rPr lang="en-US" sz="2200" b="0" u="none" strike="noStrike">
                <a:solidFill>
                  <a:schemeClr val="dk1"/>
                </a:solidFill>
                <a:effectLst/>
                <a:uFillTx/>
                <a:latin typeface="Times New Roman"/>
                <a:ea typeface="Times New Roman"/>
              </a:rPr>
              <a:t>-</a:t>
            </a:r>
            <a:r>
              <a:rPr lang="en-US" sz="2200" b="0" u="none" strike="noStrike">
                <a:solidFill>
                  <a:schemeClr val="dk1"/>
                </a:solidFill>
                <a:effectLst/>
                <a:uFillTx/>
                <a:latin typeface="Times New Roman"/>
                <a:ea typeface="Times New Roman"/>
              </a:rPr>
              <a:t>6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w</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 </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2</a:t>
            </a:r>
            <a:r>
              <a:rPr lang="en-US" sz="2200" b="0" u="none" strike="noStrike">
                <a:solidFill>
                  <a:schemeClr val="dk1"/>
                </a:solidFill>
                <a:effectLst/>
                <a:uFillTx/>
                <a:latin typeface="Times New Roman"/>
                <a:ea typeface="Times New Roman"/>
              </a:rPr>
              <a:t>5 </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a </a:t>
            </a:r>
            <a:r>
              <a:rPr lang="en-US" sz="2200" b="1" u="none" strike="noStrike">
                <a:solidFill>
                  <a:schemeClr val="dk1"/>
                </a:solidFill>
                <a:effectLst/>
                <a:uFillTx/>
                <a:latin typeface="Times New Roman"/>
                <a:ea typeface="Times New Roman"/>
              </a:rPr>
              <a:t>p</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z</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g</a:t>
            </a:r>
            <a:r>
              <a:rPr lang="en-US" sz="2200" b="0" u="none" strike="noStrike">
                <a:solidFill>
                  <a:schemeClr val="dk1"/>
                </a:solidFill>
                <a:effectLst/>
                <a:uFillTx/>
                <a:latin typeface="Times New Roman"/>
                <a:ea typeface="Times New Roman"/>
              </a:rPr>
              <a:t>h </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y</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u</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o </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p</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y</a:t>
            </a:r>
            <a:r>
              <a:rPr lang="en-US" sz="2200" b="1"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f </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h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599"/>
              </a:spcAft>
              <a:buClr>
                <a:srgbClr val="000000"/>
              </a:buClr>
              <a:buFont typeface="Symbol" charset="2"/>
              <a:buChar char=""/>
            </a:pP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w</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k</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x</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w</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w</a:t>
            </a:r>
            <a:r>
              <a:rPr lang="en-US" sz="2200" b="1"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f </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k</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 </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 </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f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o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 </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n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599"/>
              </a:spcAft>
              <a:buClr>
                <a:srgbClr val="000000"/>
              </a:buClr>
              <a:buFont typeface="Symbol" charset="2"/>
              <a:buChar char=""/>
            </a:pP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g</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g</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w</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y </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f</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t </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t </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r </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p</a:t>
            </a:r>
            <a:r>
              <a:rPr lang="en-US" sz="2200" b="1" u="none" strike="noStrike">
                <a:solidFill>
                  <a:schemeClr val="dk1"/>
                </a:solidFill>
                <a:effectLst/>
                <a:uFillTx/>
                <a:latin typeface="Times New Roman"/>
                <a:ea typeface="Times New Roman"/>
              </a:rPr>
              <a:t>u</a:t>
            </a:r>
            <a:r>
              <a:rPr lang="en-US" sz="2200" b="1"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o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w</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k</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599"/>
              </a:spcAft>
              <a:buClr>
                <a:srgbClr val="000000"/>
              </a:buClr>
              <a:buFont typeface="Symbol" charset="2"/>
              <a:buChar char=""/>
            </a:pP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a </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a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y</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h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l </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t </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k</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a </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k</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k</a:t>
            </a:r>
            <a:r>
              <a:rPr lang="en-US" sz="2200" b="0"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f</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k</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y</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p:txBody>
      </p:sp>
      <p:sp>
        <p:nvSpPr>
          <p:cNvPr id="24" name="PlaceHolder 2"/>
          <p:cNvSpPr>
            <a:spLocks noGrp="1"/>
          </p:cNvSpPr>
          <p:nvPr>
            <p:ph type="sldNum" idx="6"/>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80FC3446-6596-4D4E-B192-621F9754B3C3}"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I</a:t>
            </a:r>
            <a:r>
              <a:rPr lang="en-US" sz="4800" b="1" u="none" strike="noStrike">
                <a:solidFill>
                  <a:schemeClr val="dk2"/>
                </a:solidFill>
                <a:effectLst/>
                <a:uFillTx/>
                <a:latin typeface="Times New Roman"/>
                <a:ea typeface="Times New Roman"/>
              </a:rPr>
              <a:t>N</a:t>
            </a:r>
            <a:r>
              <a:rPr lang="en-US" sz="4800" b="1" u="none" strike="noStrike">
                <a:solidFill>
                  <a:schemeClr val="dk2"/>
                </a:solidFill>
                <a:effectLst/>
                <a:uFillTx/>
                <a:latin typeface="Times New Roman"/>
                <a:ea typeface="Times New Roman"/>
              </a:rPr>
              <a:t>T</a:t>
            </a:r>
            <a:r>
              <a:rPr lang="en-US" sz="4800" b="1" u="none" strike="noStrike">
                <a:solidFill>
                  <a:schemeClr val="dk2"/>
                </a:solidFill>
                <a:effectLst/>
                <a:uFillTx/>
                <a:latin typeface="Times New Roman"/>
                <a:ea typeface="Times New Roman"/>
              </a:rPr>
              <a:t>R</a:t>
            </a:r>
            <a:r>
              <a:rPr lang="en-US" sz="4800" b="1" u="none" strike="noStrike">
                <a:solidFill>
                  <a:schemeClr val="dk2"/>
                </a:solidFill>
                <a:effectLst/>
                <a:uFillTx/>
                <a:latin typeface="Times New Roman"/>
                <a:ea typeface="Times New Roman"/>
              </a:rPr>
              <a:t>O</a:t>
            </a:r>
            <a:r>
              <a:rPr lang="en-US" sz="4800" b="1" u="none" strike="noStrike">
                <a:solidFill>
                  <a:schemeClr val="dk2"/>
                </a:solidFill>
                <a:effectLst/>
                <a:uFillTx/>
                <a:latin typeface="Times New Roman"/>
                <a:ea typeface="Times New Roman"/>
              </a:rPr>
              <a:t>D</a:t>
            </a:r>
            <a:r>
              <a:rPr lang="en-US" sz="4800" b="1" u="none" strike="noStrike">
                <a:solidFill>
                  <a:schemeClr val="dk2"/>
                </a:solidFill>
                <a:effectLst/>
                <a:uFillTx/>
                <a:latin typeface="Times New Roman"/>
                <a:ea typeface="Times New Roman"/>
              </a:rPr>
              <a:t>U</a:t>
            </a:r>
            <a:r>
              <a:rPr lang="en-US" sz="4800" b="1" u="none" strike="noStrike">
                <a:solidFill>
                  <a:schemeClr val="dk2"/>
                </a:solidFill>
                <a:effectLst/>
                <a:uFillTx/>
                <a:latin typeface="Times New Roman"/>
                <a:ea typeface="Times New Roman"/>
              </a:rPr>
              <a:t>C</a:t>
            </a:r>
            <a:r>
              <a:rPr lang="en-US" sz="4800" b="1" u="none" strike="noStrike">
                <a:solidFill>
                  <a:schemeClr val="dk2"/>
                </a:solidFill>
                <a:effectLst/>
                <a:uFillTx/>
                <a:latin typeface="Times New Roman"/>
                <a:ea typeface="Times New Roman"/>
              </a:rPr>
              <a:t>T</a:t>
            </a:r>
            <a:r>
              <a:rPr lang="en-US" sz="4800" b="1" u="none" strike="noStrike">
                <a:solidFill>
                  <a:schemeClr val="dk2"/>
                </a:solidFill>
                <a:effectLst/>
                <a:uFillTx/>
                <a:latin typeface="Times New Roman"/>
                <a:ea typeface="Times New Roman"/>
              </a:rPr>
              <a:t>I</a:t>
            </a:r>
            <a:r>
              <a:rPr lang="en-US" sz="4800" b="1" u="none" strike="noStrike">
                <a:solidFill>
                  <a:schemeClr val="dk2"/>
                </a:solidFill>
                <a:effectLst/>
                <a:uFillTx/>
                <a:latin typeface="Times New Roman"/>
                <a:ea typeface="Times New Roman"/>
              </a:rPr>
              <a:t>O</a:t>
            </a:r>
            <a:r>
              <a:rPr lang="en-US" sz="4800" b="1" u="none" strike="noStrike">
                <a:solidFill>
                  <a:schemeClr val="dk2"/>
                </a:solidFill>
                <a:effectLst/>
                <a:uFillTx/>
                <a:latin typeface="Times New Roman"/>
                <a:ea typeface="Times New Roman"/>
              </a:rPr>
              <a:t>N</a:t>
            </a:r>
            <a:endParaRPr lang="en-US" sz="4800" b="0" u="none" strike="noStrike">
              <a:solidFill>
                <a:schemeClr val="dk1"/>
              </a:solidFill>
              <a:effectLst/>
              <a:uFillTx/>
              <a:latin typeface="Times New Roman"/>
            </a:endParaRPr>
          </a:p>
        </p:txBody>
      </p:sp>
      <p:sp>
        <p:nvSpPr>
          <p:cNvPr id="26" name="text"/>
          <p:cNvSpPr/>
          <p:nvPr/>
        </p:nvSpPr>
        <p:spPr>
          <a:xfrm>
            <a:off x="502920" y="1280160"/>
            <a:ext cx="11182680" cy="5028840"/>
          </a:xfrm>
          <a:prstGeom prst="rect">
            <a:avLst/>
          </a:prstGeom>
          <a:noFill/>
          <a:ln w="0">
            <a:noFill/>
          </a:ln>
        </p:spPr>
        <p:style>
          <a:lnRef idx="0"/>
          <a:fillRef idx="0"/>
          <a:effectRef idx="0"/>
          <a:fontRef idx="minor"/>
        </p:style>
        <p:txBody>
          <a:bodyPr lIns="0" tIns="0" rIns="0" bIns="0" anchor="t">
            <a:noAutofit/>
          </a:bodyPr>
          <a:p>
            <a:pPr algn="just" defTabSz="914400">
              <a:lnSpc>
                <a:spcPct val="130000"/>
              </a:lnSpc>
              <a:spcAft>
                <a:spcPts val="1800"/>
              </a:spcAft>
              <a:tabLst>
                <a:tab pos="0" algn="l"/>
              </a:tabLst>
            </a:pPr>
            <a:r>
              <a:rPr lang="en-US" sz="2200" b="1" u="none" strike="noStrike">
                <a:solidFill>
                  <a:schemeClr val="dk1"/>
                </a:solidFill>
                <a:effectLst/>
                <a:uFillTx/>
                <a:latin typeface="Times New Roman"/>
                <a:ea typeface="Times New Roman"/>
              </a:rPr>
              <a:t>Cri</a:t>
            </a:r>
            <a:r>
              <a:rPr lang="en-US" sz="2200" b="1" u="none" strike="noStrike">
                <a:solidFill>
                  <a:schemeClr val="dk1"/>
                </a:solidFill>
                <a:effectLst/>
                <a:uFillTx/>
                <a:latin typeface="Times New Roman"/>
                <a:ea typeface="Times New Roman"/>
              </a:rPr>
              <a:t>ckS</a:t>
            </a:r>
            <a:r>
              <a:rPr lang="en-US" sz="2200" b="1" u="none" strike="noStrike">
                <a:solidFill>
                  <a:schemeClr val="dk1"/>
                </a:solidFill>
                <a:effectLst/>
                <a:uFillTx/>
                <a:latin typeface="Times New Roman"/>
                <a:ea typeface="Times New Roman"/>
              </a:rPr>
              <a:t>ens</a:t>
            </a:r>
            <a:r>
              <a:rPr lang="en-US" sz="2200" b="1"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 is </a:t>
            </a:r>
            <a:r>
              <a:rPr lang="en-US" sz="2200" b="0" u="none" strike="noStrike">
                <a:solidFill>
                  <a:schemeClr val="dk1"/>
                </a:solidFill>
                <a:effectLst/>
                <a:uFillTx/>
                <a:latin typeface="Times New Roman"/>
                <a:ea typeface="Times New Roman"/>
              </a:rPr>
              <a:t>a </a:t>
            </a:r>
            <a:r>
              <a:rPr lang="en-US" sz="2200" b="0" u="none" strike="noStrike">
                <a:solidFill>
                  <a:schemeClr val="dk1"/>
                </a:solidFill>
                <a:effectLst/>
                <a:uFillTx/>
                <a:latin typeface="Times New Roman"/>
                <a:ea typeface="Times New Roman"/>
              </a:rPr>
              <a:t>com</a:t>
            </a:r>
            <a:r>
              <a:rPr lang="en-US" sz="2200" b="0" u="none" strike="noStrike">
                <a:solidFill>
                  <a:schemeClr val="dk1"/>
                </a:solidFill>
                <a:effectLst/>
                <a:uFillTx/>
                <a:latin typeface="Times New Roman"/>
                <a:ea typeface="Times New Roman"/>
              </a:rPr>
              <a:t>pute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visi</a:t>
            </a:r>
            <a:r>
              <a:rPr lang="en-US" sz="2200" b="0" u="none" strike="noStrike">
                <a:solidFill>
                  <a:schemeClr val="dk1"/>
                </a:solidFill>
                <a:effectLst/>
                <a:uFillTx/>
                <a:latin typeface="Times New Roman"/>
                <a:ea typeface="Times New Roman"/>
              </a:rPr>
              <a:t>on </a:t>
            </a:r>
            <a:r>
              <a:rPr lang="en-US" sz="2200" b="0" u="none" strike="noStrike">
                <a:solidFill>
                  <a:schemeClr val="dk1"/>
                </a:solidFill>
                <a:effectLst/>
                <a:uFillTx/>
                <a:latin typeface="Times New Roman"/>
                <a:ea typeface="Times New Roman"/>
              </a:rPr>
              <a:t>syst</a:t>
            </a:r>
            <a:r>
              <a:rPr lang="en-US" sz="2200" b="0" u="none" strike="noStrike">
                <a:solidFill>
                  <a:schemeClr val="dk1"/>
                </a:solidFill>
                <a:effectLst/>
                <a:uFillTx/>
                <a:latin typeface="Times New Roman"/>
                <a:ea typeface="Times New Roman"/>
              </a:rPr>
              <a:t>em </a:t>
            </a:r>
            <a:r>
              <a:rPr lang="en-US" sz="2200" b="0" u="none" strike="noStrike">
                <a:solidFill>
                  <a:schemeClr val="dk1"/>
                </a:solidFill>
                <a:effectLst/>
                <a:uFillTx/>
                <a:latin typeface="Times New Roman"/>
                <a:ea typeface="Times New Roman"/>
              </a:rPr>
              <a:t>that </a:t>
            </a:r>
            <a:r>
              <a:rPr lang="en-US" sz="2200" b="0" u="none" strike="noStrike">
                <a:solidFill>
                  <a:schemeClr val="dk1"/>
                </a:solidFill>
                <a:effectLst/>
                <a:uFillTx/>
                <a:latin typeface="Times New Roman"/>
                <a:ea typeface="Times New Roman"/>
              </a:rPr>
              <a:t>anal</a:t>
            </a:r>
            <a:r>
              <a:rPr lang="en-US" sz="2200" b="0" u="none" strike="noStrike">
                <a:solidFill>
                  <a:schemeClr val="dk1"/>
                </a:solidFill>
                <a:effectLst/>
                <a:uFillTx/>
                <a:latin typeface="Times New Roman"/>
                <a:ea typeface="Times New Roman"/>
              </a:rPr>
              <a:t>yses </a:t>
            </a:r>
            <a:r>
              <a:rPr lang="en-US" sz="2200" b="0" u="none" strike="noStrike">
                <a:solidFill>
                  <a:schemeClr val="dk1"/>
                </a:solidFill>
                <a:effectLst/>
                <a:uFillTx/>
                <a:latin typeface="Times New Roman"/>
                <a:ea typeface="Times New Roman"/>
              </a:rPr>
              <a:t>a </a:t>
            </a:r>
            <a:r>
              <a:rPr lang="en-US" sz="2200" b="0" u="none" strike="noStrike">
                <a:solidFill>
                  <a:schemeClr val="dk1"/>
                </a:solidFill>
                <a:effectLst/>
                <a:uFillTx/>
                <a:latin typeface="Times New Roman"/>
                <a:ea typeface="Times New Roman"/>
              </a:rPr>
              <a:t>cric</a:t>
            </a:r>
            <a:r>
              <a:rPr lang="en-US" sz="2200" b="0" u="none" strike="noStrike">
                <a:solidFill>
                  <a:schemeClr val="dk1"/>
                </a:solidFill>
                <a:effectLst/>
                <a:uFillTx/>
                <a:latin typeface="Times New Roman"/>
                <a:ea typeface="Times New Roman"/>
              </a:rPr>
              <a:t>ket </a:t>
            </a:r>
            <a:r>
              <a:rPr lang="en-US" sz="2200" b="0" u="none" strike="noStrike">
                <a:solidFill>
                  <a:schemeClr val="dk1"/>
                </a:solidFill>
                <a:effectLst/>
                <a:uFillTx/>
                <a:latin typeface="Times New Roman"/>
                <a:ea typeface="Times New Roman"/>
              </a:rPr>
              <a:t>mat</a:t>
            </a:r>
            <a:r>
              <a:rPr lang="en-US" sz="2200" b="0" u="none" strike="noStrike">
                <a:solidFill>
                  <a:schemeClr val="dk1"/>
                </a:solidFill>
                <a:effectLst/>
                <a:uFillTx/>
                <a:latin typeface="Times New Roman"/>
                <a:ea typeface="Times New Roman"/>
              </a:rPr>
              <a:t>ch </a:t>
            </a:r>
            <a:r>
              <a:rPr lang="en-US" sz="2200" b="0" u="none" strike="noStrike">
                <a:solidFill>
                  <a:schemeClr val="dk1"/>
                </a:solidFill>
                <a:effectLst/>
                <a:uFillTx/>
                <a:latin typeface="Times New Roman"/>
                <a:ea typeface="Times New Roman"/>
              </a:rPr>
              <a:t>fro</a:t>
            </a:r>
            <a:r>
              <a:rPr lang="en-US" sz="2200" b="0" u="none" strike="noStrike">
                <a:solidFill>
                  <a:schemeClr val="dk1"/>
                </a:solidFill>
                <a:effectLst/>
                <a:uFillTx/>
                <a:latin typeface="Times New Roman"/>
                <a:ea typeface="Times New Roman"/>
              </a:rPr>
              <a:t>m </a:t>
            </a:r>
            <a:r>
              <a:rPr lang="en-US" sz="2200" b="0" u="none" strike="noStrike">
                <a:solidFill>
                  <a:schemeClr val="dk1"/>
                </a:solidFill>
                <a:effectLst/>
                <a:uFillTx/>
                <a:latin typeface="Times New Roman"/>
                <a:ea typeface="Times New Roman"/>
              </a:rPr>
              <a:t>its </a:t>
            </a:r>
            <a:r>
              <a:rPr lang="en-US" sz="2200" b="1" u="none" strike="noStrike">
                <a:solidFill>
                  <a:schemeClr val="dk1"/>
                </a:solidFill>
                <a:effectLst/>
                <a:uFillTx/>
                <a:latin typeface="Times New Roman"/>
                <a:ea typeface="Times New Roman"/>
              </a:rPr>
              <a:t>tele</a:t>
            </a:r>
            <a:r>
              <a:rPr lang="en-US" sz="2200" b="1" u="none" strike="noStrike">
                <a:solidFill>
                  <a:schemeClr val="dk1"/>
                </a:solidFill>
                <a:effectLst/>
                <a:uFillTx/>
                <a:latin typeface="Times New Roman"/>
                <a:ea typeface="Times New Roman"/>
              </a:rPr>
              <a:t>visi</a:t>
            </a:r>
            <a:r>
              <a:rPr lang="en-US" sz="2200" b="1" u="none" strike="noStrike">
                <a:solidFill>
                  <a:schemeClr val="dk1"/>
                </a:solidFill>
                <a:effectLst/>
                <a:uFillTx/>
                <a:latin typeface="Times New Roman"/>
                <a:ea typeface="Times New Roman"/>
              </a:rPr>
              <a:t>on </a:t>
            </a:r>
            <a:r>
              <a:rPr lang="en-US" sz="2200" b="1" u="none" strike="noStrike">
                <a:solidFill>
                  <a:schemeClr val="dk1"/>
                </a:solidFill>
                <a:effectLst/>
                <a:uFillTx/>
                <a:latin typeface="Times New Roman"/>
                <a:ea typeface="Times New Roman"/>
              </a:rPr>
              <a:t>bro</a:t>
            </a:r>
            <a:r>
              <a:rPr lang="en-US" sz="2200" b="1" u="none" strike="noStrike">
                <a:solidFill>
                  <a:schemeClr val="dk1"/>
                </a:solidFill>
                <a:effectLst/>
                <a:uFillTx/>
                <a:latin typeface="Times New Roman"/>
                <a:ea typeface="Times New Roman"/>
              </a:rPr>
              <a:t>adc</a:t>
            </a:r>
            <a:r>
              <a:rPr lang="en-US" sz="2200" b="1" u="none" strike="noStrike">
                <a:solidFill>
                  <a:schemeClr val="dk1"/>
                </a:solidFill>
                <a:effectLst/>
                <a:uFillTx/>
                <a:latin typeface="Times New Roman"/>
                <a:ea typeface="Times New Roman"/>
              </a:rPr>
              <a:t>ast </a:t>
            </a:r>
            <a:r>
              <a:rPr lang="en-US" sz="2200" b="1" u="none" strike="noStrike">
                <a:solidFill>
                  <a:schemeClr val="dk1"/>
                </a:solidFill>
                <a:effectLst/>
                <a:uFillTx/>
                <a:latin typeface="Times New Roman"/>
                <a:ea typeface="Times New Roman"/>
              </a:rPr>
              <a:t>alo</a:t>
            </a:r>
            <a:r>
              <a:rPr lang="en-US" sz="2200" b="1" u="none" strike="noStrike">
                <a:solidFill>
                  <a:schemeClr val="dk1"/>
                </a:solidFill>
                <a:effectLst/>
                <a:uFillTx/>
                <a:latin typeface="Times New Roman"/>
                <a:ea typeface="Times New Roman"/>
              </a:rPr>
              <a:t>ne</a:t>
            </a:r>
            <a:r>
              <a:rPr lang="en-US" sz="2200" b="0" u="none" strike="noStrike">
                <a:solidFill>
                  <a:schemeClr val="dk1"/>
                </a:solidFill>
                <a:effectLst/>
                <a:uFillTx/>
                <a:latin typeface="Times New Roman"/>
                <a:ea typeface="Times New Roman"/>
              </a:rPr>
              <a:t> - </a:t>
            </a:r>
            <a:r>
              <a:rPr lang="en-US" sz="2200" b="0" u="none" strike="noStrike">
                <a:solidFill>
                  <a:schemeClr val="dk1"/>
                </a:solidFill>
                <a:effectLst/>
                <a:uFillTx/>
                <a:latin typeface="Times New Roman"/>
                <a:ea typeface="Times New Roman"/>
              </a:rPr>
              <a:t>one </a:t>
            </a:r>
            <a:r>
              <a:rPr lang="en-US" sz="2200" b="0" u="none" strike="noStrike">
                <a:solidFill>
                  <a:schemeClr val="dk1"/>
                </a:solidFill>
                <a:effectLst/>
                <a:uFillTx/>
                <a:latin typeface="Times New Roman"/>
                <a:ea typeface="Times New Roman"/>
              </a:rPr>
              <a:t>cam</a:t>
            </a:r>
            <a:r>
              <a:rPr lang="en-US" sz="2200" b="0" u="none" strike="noStrike">
                <a:solidFill>
                  <a:schemeClr val="dk1"/>
                </a:solidFill>
                <a:effectLst/>
                <a:uFillTx/>
                <a:latin typeface="Times New Roman"/>
                <a:ea typeface="Times New Roman"/>
              </a:rPr>
              <a:t>era </a:t>
            </a:r>
            <a:r>
              <a:rPr lang="en-US" sz="2200" b="0" u="none" strike="noStrike">
                <a:solidFill>
                  <a:schemeClr val="dk1"/>
                </a:solidFill>
                <a:effectLst/>
                <a:uFillTx/>
                <a:latin typeface="Times New Roman"/>
                <a:ea typeface="Times New Roman"/>
              </a:rPr>
              <a:t>feed</a:t>
            </a:r>
            <a:r>
              <a:rPr lang="en-US" sz="2200" b="0" u="none" strike="noStrike">
                <a:solidFill>
                  <a:schemeClr val="dk1"/>
                </a:solidFill>
                <a:effectLst/>
                <a:uFillTx/>
                <a:latin typeface="Times New Roman"/>
                <a:ea typeface="Times New Roman"/>
              </a:rPr>
              <a:t>, no </a:t>
            </a:r>
            <a:r>
              <a:rPr lang="en-US" sz="2200" b="0" u="none" strike="noStrike">
                <a:solidFill>
                  <a:schemeClr val="dk1"/>
                </a:solidFill>
                <a:effectLst/>
                <a:uFillTx/>
                <a:latin typeface="Times New Roman"/>
                <a:ea typeface="Times New Roman"/>
              </a:rPr>
              <a:t>sens</a:t>
            </a:r>
            <a:r>
              <a:rPr lang="en-US" sz="2200" b="0" u="none" strike="noStrike">
                <a:solidFill>
                  <a:schemeClr val="dk1"/>
                </a:solidFill>
                <a:effectLst/>
                <a:uFillTx/>
                <a:latin typeface="Times New Roman"/>
                <a:ea typeface="Times New Roman"/>
              </a:rPr>
              <a:t>ors </a:t>
            </a:r>
            <a:r>
              <a:rPr lang="en-US" sz="2200" b="0" u="none" strike="noStrike">
                <a:solidFill>
                  <a:schemeClr val="dk1"/>
                </a:solidFill>
                <a:effectLst/>
                <a:uFillTx/>
                <a:latin typeface="Times New Roman"/>
                <a:ea typeface="Times New Roman"/>
              </a:rPr>
              <a:t>and </a:t>
            </a:r>
            <a:r>
              <a:rPr lang="en-US" sz="2200" b="0" u="none" strike="noStrike">
                <a:solidFill>
                  <a:schemeClr val="dk1"/>
                </a:solidFill>
                <a:effectLst/>
                <a:uFillTx/>
                <a:latin typeface="Times New Roman"/>
                <a:ea typeface="Times New Roman"/>
              </a:rPr>
              <a:t>no </a:t>
            </a:r>
            <a:r>
              <a:rPr lang="en-US" sz="2200" b="0" u="none" strike="noStrike">
                <a:solidFill>
                  <a:schemeClr val="dk1"/>
                </a:solidFill>
                <a:effectLst/>
                <a:uFillTx/>
                <a:latin typeface="Times New Roman"/>
                <a:ea typeface="Times New Roman"/>
              </a:rPr>
              <a:t>acc</a:t>
            </a:r>
            <a:r>
              <a:rPr lang="en-US" sz="2200" b="0" u="none" strike="noStrike">
                <a:solidFill>
                  <a:schemeClr val="dk1"/>
                </a:solidFill>
                <a:effectLst/>
                <a:uFillTx/>
                <a:latin typeface="Times New Roman"/>
                <a:ea typeface="Times New Roman"/>
              </a:rPr>
              <a:t>ess </a:t>
            </a:r>
            <a:r>
              <a:rPr lang="en-US" sz="2200" b="0" u="none" strike="noStrike">
                <a:solidFill>
                  <a:schemeClr val="dk1"/>
                </a:solidFill>
                <a:effectLst/>
                <a:uFillTx/>
                <a:latin typeface="Times New Roman"/>
                <a:ea typeface="Times New Roman"/>
              </a:rPr>
              <a:t>to </a:t>
            </a:r>
            <a:r>
              <a:rPr lang="en-US" sz="2200" b="0" u="none" strike="noStrike">
                <a:solidFill>
                  <a:schemeClr val="dk1"/>
                </a:solidFill>
                <a:effectLst/>
                <a:uFillTx/>
                <a:latin typeface="Times New Roman"/>
                <a:ea typeface="Times New Roman"/>
              </a:rPr>
              <a:t>the </a:t>
            </a:r>
            <a:r>
              <a:rPr lang="en-US" sz="2200" b="0" u="none" strike="noStrike">
                <a:solidFill>
                  <a:schemeClr val="dk1"/>
                </a:solidFill>
                <a:effectLst/>
                <a:uFillTx/>
                <a:latin typeface="Times New Roman"/>
                <a:ea typeface="Times New Roman"/>
              </a:rPr>
              <a:t>bro</a:t>
            </a:r>
            <a:r>
              <a:rPr lang="en-US" sz="2200" b="0" u="none" strike="noStrike">
                <a:solidFill>
                  <a:schemeClr val="dk1"/>
                </a:solidFill>
                <a:effectLst/>
                <a:uFillTx/>
                <a:latin typeface="Times New Roman"/>
                <a:ea typeface="Times New Roman"/>
              </a:rPr>
              <a:t>adc</a:t>
            </a:r>
            <a:r>
              <a:rPr lang="en-US" sz="2200" b="0" u="none" strike="noStrike">
                <a:solidFill>
                  <a:schemeClr val="dk1"/>
                </a:solidFill>
                <a:effectLst/>
                <a:uFillTx/>
                <a:latin typeface="Times New Roman"/>
                <a:ea typeface="Times New Roman"/>
              </a:rPr>
              <a:t>aste</a:t>
            </a:r>
            <a:r>
              <a:rPr lang="en-US" sz="2200" b="0" u="none" strike="noStrike">
                <a:solidFill>
                  <a:schemeClr val="dk1"/>
                </a:solidFill>
                <a:effectLst/>
                <a:uFillTx/>
                <a:latin typeface="Times New Roman"/>
                <a:ea typeface="Times New Roman"/>
              </a:rPr>
              <a:t>r's </a:t>
            </a:r>
            <a:r>
              <a:rPr lang="en-US" sz="2200" b="0" u="none" strike="noStrike">
                <a:solidFill>
                  <a:schemeClr val="dk1"/>
                </a:solidFill>
                <a:effectLst/>
                <a:uFillTx/>
                <a:latin typeface="Times New Roman"/>
                <a:ea typeface="Times New Roman"/>
              </a:rPr>
              <a:t>data</a:t>
            </a:r>
            <a:r>
              <a:rPr lang="en-US" sz="2200" b="0" u="none" strike="noStrike">
                <a:solidFill>
                  <a:schemeClr val="dk1"/>
                </a:solidFill>
                <a:effectLst/>
                <a:uFillTx/>
                <a:latin typeface="Times New Roman"/>
                <a:ea typeface="Times New Roman"/>
              </a:rPr>
              <a:t>. It </a:t>
            </a:r>
            <a:r>
              <a:rPr lang="en-US" sz="2200" b="0" u="none" strike="noStrike">
                <a:solidFill>
                  <a:schemeClr val="dk1"/>
                </a:solidFill>
                <a:effectLst/>
                <a:uFillTx/>
                <a:latin typeface="Times New Roman"/>
                <a:ea typeface="Times New Roman"/>
              </a:rPr>
              <a:t>cali</a:t>
            </a:r>
            <a:r>
              <a:rPr lang="en-US" sz="2200" b="0" u="none" strike="noStrike">
                <a:solidFill>
                  <a:schemeClr val="dk1"/>
                </a:solidFill>
                <a:effectLst/>
                <a:uFillTx/>
                <a:latin typeface="Times New Roman"/>
                <a:ea typeface="Times New Roman"/>
              </a:rPr>
              <a:t>brat</a:t>
            </a:r>
            <a:r>
              <a:rPr lang="en-US" sz="2200" b="0" u="none" strike="noStrike">
                <a:solidFill>
                  <a:schemeClr val="dk1"/>
                </a:solidFill>
                <a:effectLst/>
                <a:uFillTx/>
                <a:latin typeface="Times New Roman"/>
                <a:ea typeface="Times New Roman"/>
              </a:rPr>
              <a:t>es </a:t>
            </a:r>
            <a:r>
              <a:rPr lang="en-US" sz="2200" b="0" u="none" strike="noStrike">
                <a:solidFill>
                  <a:schemeClr val="dk1"/>
                </a:solidFill>
                <a:effectLst/>
                <a:uFillTx/>
                <a:latin typeface="Times New Roman"/>
                <a:ea typeface="Times New Roman"/>
              </a:rPr>
              <a:t>the </a:t>
            </a:r>
            <a:r>
              <a:rPr lang="en-US" sz="2200" b="0" u="none" strike="noStrike">
                <a:solidFill>
                  <a:schemeClr val="dk1"/>
                </a:solidFill>
                <a:effectLst/>
                <a:uFillTx/>
                <a:latin typeface="Times New Roman"/>
                <a:ea typeface="Times New Roman"/>
              </a:rPr>
              <a:t>pitc</a:t>
            </a:r>
            <a:r>
              <a:rPr lang="en-US" sz="2200" b="0" u="none" strike="noStrike">
                <a:solidFill>
                  <a:schemeClr val="dk1"/>
                </a:solidFill>
                <a:effectLst/>
                <a:uFillTx/>
                <a:latin typeface="Times New Roman"/>
                <a:ea typeface="Times New Roman"/>
              </a:rPr>
              <a:t>h </a:t>
            </a:r>
            <a:r>
              <a:rPr lang="en-US" sz="2200" b="0" u="none" strike="noStrike">
                <a:solidFill>
                  <a:schemeClr val="dk1"/>
                </a:solidFill>
                <a:effectLst/>
                <a:uFillTx/>
                <a:latin typeface="Times New Roman"/>
                <a:ea typeface="Times New Roman"/>
              </a:rPr>
              <a:t>auto</a:t>
            </a:r>
            <a:r>
              <a:rPr lang="en-US" sz="2200" b="0" u="none" strike="noStrike">
                <a:solidFill>
                  <a:schemeClr val="dk1"/>
                </a:solidFill>
                <a:effectLst/>
                <a:uFillTx/>
                <a:latin typeface="Times New Roman"/>
                <a:ea typeface="Times New Roman"/>
              </a:rPr>
              <a:t>mat</a:t>
            </a:r>
            <a:r>
              <a:rPr lang="en-US" sz="2200" b="0" u="none" strike="noStrike">
                <a:solidFill>
                  <a:schemeClr val="dk1"/>
                </a:solidFill>
                <a:effectLst/>
                <a:uFillTx/>
                <a:latin typeface="Times New Roman"/>
                <a:ea typeface="Times New Roman"/>
              </a:rPr>
              <a:t>icall</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fro</a:t>
            </a:r>
            <a:r>
              <a:rPr lang="en-US" sz="2200" b="0" u="none" strike="noStrike">
                <a:solidFill>
                  <a:schemeClr val="dk1"/>
                </a:solidFill>
                <a:effectLst/>
                <a:uFillTx/>
                <a:latin typeface="Times New Roman"/>
                <a:ea typeface="Times New Roman"/>
              </a:rPr>
              <a:t>m </a:t>
            </a:r>
            <a:r>
              <a:rPr lang="en-US" sz="2200" b="0" u="none" strike="noStrike">
                <a:solidFill>
                  <a:schemeClr val="dk1"/>
                </a:solidFill>
                <a:effectLst/>
                <a:uFillTx/>
                <a:latin typeface="Times New Roman"/>
                <a:ea typeface="Times New Roman"/>
              </a:rPr>
              <a:t>its </a:t>
            </a:r>
            <a:r>
              <a:rPr lang="en-US" sz="2200" b="1" u="none" strike="noStrike">
                <a:solidFill>
                  <a:schemeClr val="dk1"/>
                </a:solidFill>
                <a:effectLst/>
                <a:uFillTx/>
                <a:latin typeface="Times New Roman"/>
                <a:ea typeface="Times New Roman"/>
              </a:rPr>
              <a:t>pai</a:t>
            </a:r>
            <a:r>
              <a:rPr lang="en-US" sz="2200" b="1" u="none" strike="noStrike">
                <a:solidFill>
                  <a:schemeClr val="dk1"/>
                </a:solidFill>
                <a:effectLst/>
                <a:uFillTx/>
                <a:latin typeface="Times New Roman"/>
                <a:ea typeface="Times New Roman"/>
              </a:rPr>
              <a:t>nte</a:t>
            </a:r>
            <a:r>
              <a:rPr lang="en-US" sz="2200" b="1" u="none" strike="noStrike">
                <a:solidFill>
                  <a:schemeClr val="dk1"/>
                </a:solidFill>
                <a:effectLst/>
                <a:uFillTx/>
                <a:latin typeface="Times New Roman"/>
                <a:ea typeface="Times New Roman"/>
              </a:rPr>
              <a:t>d </a:t>
            </a:r>
            <a:r>
              <a:rPr lang="en-US" sz="2200" b="1" u="none" strike="noStrike">
                <a:solidFill>
                  <a:schemeClr val="dk1"/>
                </a:solidFill>
                <a:effectLst/>
                <a:uFillTx/>
                <a:latin typeface="Times New Roman"/>
                <a:ea typeface="Times New Roman"/>
              </a:rPr>
              <a:t>cre</a:t>
            </a:r>
            <a:r>
              <a:rPr lang="en-US" sz="2200" b="1" u="none" strike="noStrike">
                <a:solidFill>
                  <a:schemeClr val="dk1"/>
                </a:solidFill>
                <a:effectLst/>
                <a:uFillTx/>
                <a:latin typeface="Times New Roman"/>
                <a:ea typeface="Times New Roman"/>
              </a:rPr>
              <a:t>ases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read</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the </a:t>
            </a:r>
            <a:r>
              <a:rPr lang="en-US" sz="2200" b="0" u="none" strike="noStrike">
                <a:solidFill>
                  <a:schemeClr val="dk1"/>
                </a:solidFill>
                <a:effectLst/>
                <a:uFillTx/>
                <a:latin typeface="Times New Roman"/>
                <a:ea typeface="Times New Roman"/>
              </a:rPr>
              <a:t>bro</a:t>
            </a:r>
            <a:r>
              <a:rPr lang="en-US" sz="2200" b="0" u="none" strike="noStrike">
                <a:solidFill>
                  <a:schemeClr val="dk1"/>
                </a:solidFill>
                <a:effectLst/>
                <a:uFillTx/>
                <a:latin typeface="Times New Roman"/>
                <a:ea typeface="Times New Roman"/>
              </a:rPr>
              <a:t>adc</a:t>
            </a:r>
            <a:r>
              <a:rPr lang="en-US" sz="2200" b="0" u="none" strike="noStrike">
                <a:solidFill>
                  <a:schemeClr val="dk1"/>
                </a:solidFill>
                <a:effectLst/>
                <a:uFillTx/>
                <a:latin typeface="Times New Roman"/>
                <a:ea typeface="Times New Roman"/>
              </a:rPr>
              <a:t>aste</a:t>
            </a:r>
            <a:r>
              <a:rPr lang="en-US" sz="2200" b="0" u="none" strike="noStrike">
                <a:solidFill>
                  <a:schemeClr val="dk1"/>
                </a:solidFill>
                <a:effectLst/>
                <a:uFillTx/>
                <a:latin typeface="Times New Roman"/>
                <a:ea typeface="Times New Roman"/>
              </a:rPr>
              <a:t>r's </a:t>
            </a:r>
            <a:r>
              <a:rPr lang="en-US" sz="2200" b="1" u="none" strike="noStrike">
                <a:solidFill>
                  <a:schemeClr val="dk1"/>
                </a:solidFill>
                <a:effectLst/>
                <a:uFillTx/>
                <a:latin typeface="Times New Roman"/>
                <a:ea typeface="Times New Roman"/>
              </a:rPr>
              <a:t>sco</a:t>
            </a:r>
            <a:r>
              <a:rPr lang="en-US" sz="2200" b="1" u="none" strike="noStrike">
                <a:solidFill>
                  <a:schemeClr val="dk1"/>
                </a:solidFill>
                <a:effectLst/>
                <a:uFillTx/>
                <a:latin typeface="Times New Roman"/>
                <a:ea typeface="Times New Roman"/>
              </a:rPr>
              <a:t>re </a:t>
            </a:r>
            <a:r>
              <a:rPr lang="en-US" sz="2200" b="1" u="none" strike="noStrike">
                <a:solidFill>
                  <a:schemeClr val="dk1"/>
                </a:solidFill>
                <a:effectLst/>
                <a:uFillTx/>
                <a:latin typeface="Times New Roman"/>
                <a:ea typeface="Times New Roman"/>
              </a:rPr>
              <a:t>bar</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dete</a:t>
            </a:r>
            <a:r>
              <a:rPr lang="en-US" sz="2200" b="0" u="none" strike="noStrike">
                <a:solidFill>
                  <a:schemeClr val="dk1"/>
                </a:solidFill>
                <a:effectLst/>
                <a:uFillTx/>
                <a:latin typeface="Times New Roman"/>
                <a:ea typeface="Times New Roman"/>
              </a:rPr>
              <a:t>cts </a:t>
            </a:r>
            <a:r>
              <a:rPr lang="en-US" sz="2200" b="0" u="none" strike="noStrike">
                <a:solidFill>
                  <a:schemeClr val="dk1"/>
                </a:solidFill>
                <a:effectLst/>
                <a:uFillTx/>
                <a:latin typeface="Times New Roman"/>
                <a:ea typeface="Times New Roman"/>
              </a:rPr>
              <a:t>and </a:t>
            </a:r>
            <a:r>
              <a:rPr lang="en-US" sz="2200" b="0" u="none" strike="noStrike">
                <a:solidFill>
                  <a:schemeClr val="dk1"/>
                </a:solidFill>
                <a:effectLst/>
                <a:uFillTx/>
                <a:latin typeface="Times New Roman"/>
                <a:ea typeface="Times New Roman"/>
              </a:rPr>
              <a:t>trac</a:t>
            </a:r>
            <a:r>
              <a:rPr lang="en-US" sz="2200" b="0" u="none" strike="noStrike">
                <a:solidFill>
                  <a:schemeClr val="dk1"/>
                </a:solidFill>
                <a:effectLst/>
                <a:uFillTx/>
                <a:latin typeface="Times New Roman"/>
                <a:ea typeface="Times New Roman"/>
              </a:rPr>
              <a:t>ks </a:t>
            </a:r>
            <a:r>
              <a:rPr lang="en-US" sz="2200" b="0" u="none" strike="noStrike">
                <a:solidFill>
                  <a:schemeClr val="dk1"/>
                </a:solidFill>
                <a:effectLst/>
                <a:uFillTx/>
                <a:latin typeface="Times New Roman"/>
                <a:ea typeface="Times New Roman"/>
              </a:rPr>
              <a:t>the </a:t>
            </a:r>
            <a:r>
              <a:rPr lang="en-US" sz="2200" b="0" u="none" strike="noStrike">
                <a:solidFill>
                  <a:schemeClr val="dk1"/>
                </a:solidFill>
                <a:effectLst/>
                <a:uFillTx/>
                <a:latin typeface="Times New Roman"/>
                <a:ea typeface="Times New Roman"/>
              </a:rPr>
              <a:t>play</a:t>
            </a:r>
            <a:r>
              <a:rPr lang="en-US" sz="2200" b="0" u="none" strike="noStrike">
                <a:solidFill>
                  <a:schemeClr val="dk1"/>
                </a:solidFill>
                <a:effectLst/>
                <a:uFillTx/>
                <a:latin typeface="Times New Roman"/>
                <a:ea typeface="Times New Roman"/>
              </a:rPr>
              <a:t>ers </a:t>
            </a:r>
            <a:r>
              <a:rPr lang="en-US" sz="2200" b="0" u="none" strike="noStrike">
                <a:solidFill>
                  <a:schemeClr val="dk1"/>
                </a:solidFill>
                <a:effectLst/>
                <a:uFillTx/>
                <a:latin typeface="Times New Roman"/>
                <a:ea typeface="Times New Roman"/>
              </a:rPr>
              <a:t>and </a:t>
            </a:r>
            <a:r>
              <a:rPr lang="en-US" sz="2200" b="0" u="none" strike="noStrike">
                <a:solidFill>
                  <a:schemeClr val="dk1"/>
                </a:solidFill>
                <a:effectLst/>
                <a:uFillTx/>
                <a:latin typeface="Times New Roman"/>
                <a:ea typeface="Times New Roman"/>
              </a:rPr>
              <a:t>nam</a:t>
            </a:r>
            <a:r>
              <a:rPr lang="en-US" sz="2200" b="0" u="none" strike="noStrike">
                <a:solidFill>
                  <a:schemeClr val="dk1"/>
                </a:solidFill>
                <a:effectLst/>
                <a:uFillTx/>
                <a:latin typeface="Times New Roman"/>
                <a:ea typeface="Times New Roman"/>
              </a:rPr>
              <a:t>es </a:t>
            </a:r>
            <a:r>
              <a:rPr lang="en-US" sz="2200" b="0" u="none" strike="noStrike">
                <a:solidFill>
                  <a:schemeClr val="dk1"/>
                </a:solidFill>
                <a:effectLst/>
                <a:uFillTx/>
                <a:latin typeface="Times New Roman"/>
                <a:ea typeface="Times New Roman"/>
              </a:rPr>
              <a:t>the</a:t>
            </a:r>
            <a:r>
              <a:rPr lang="en-US" sz="2200" b="0" u="none" strike="noStrike">
                <a:solidFill>
                  <a:schemeClr val="dk1"/>
                </a:solidFill>
                <a:effectLst/>
                <a:uFillTx/>
                <a:latin typeface="Times New Roman"/>
                <a:ea typeface="Times New Roman"/>
              </a:rPr>
              <a:t>m </a:t>
            </a:r>
            <a:r>
              <a:rPr lang="en-US" sz="2200" b="0" u="none" strike="noStrike">
                <a:solidFill>
                  <a:schemeClr val="dk1"/>
                </a:solidFill>
                <a:effectLst/>
                <a:uFillTx/>
                <a:latin typeface="Times New Roman"/>
                <a:ea typeface="Times New Roman"/>
              </a:rPr>
              <a:t>by </a:t>
            </a:r>
            <a:r>
              <a:rPr lang="en-US" sz="2200" b="0" u="none" strike="noStrike">
                <a:solidFill>
                  <a:schemeClr val="dk1"/>
                </a:solidFill>
                <a:effectLst/>
                <a:uFillTx/>
                <a:latin typeface="Times New Roman"/>
                <a:ea typeface="Times New Roman"/>
              </a:rPr>
              <a:t>role</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and </a:t>
            </a:r>
            <a:r>
              <a:rPr lang="en-US" sz="2200" b="0" u="none" strike="noStrike">
                <a:solidFill>
                  <a:schemeClr val="dk1"/>
                </a:solidFill>
                <a:effectLst/>
                <a:uFillTx/>
                <a:latin typeface="Times New Roman"/>
                <a:ea typeface="Times New Roman"/>
              </a:rPr>
              <a:t>find</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eac</a:t>
            </a:r>
            <a:r>
              <a:rPr lang="en-US" sz="2200" b="0" u="none" strike="noStrike">
                <a:solidFill>
                  <a:schemeClr val="dk1"/>
                </a:solidFill>
                <a:effectLst/>
                <a:uFillTx/>
                <a:latin typeface="Times New Roman"/>
                <a:ea typeface="Times New Roman"/>
              </a:rPr>
              <a:t>h </a:t>
            </a:r>
            <a:r>
              <a:rPr lang="en-US" sz="2200" b="0" u="none" strike="noStrike">
                <a:solidFill>
                  <a:schemeClr val="dk1"/>
                </a:solidFill>
                <a:effectLst/>
                <a:uFillTx/>
                <a:latin typeface="Times New Roman"/>
                <a:ea typeface="Times New Roman"/>
              </a:rPr>
              <a:t>deli</a:t>
            </a:r>
            <a:r>
              <a:rPr lang="en-US" sz="2200" b="0" u="none" strike="noStrike">
                <a:solidFill>
                  <a:schemeClr val="dk1"/>
                </a:solidFill>
                <a:effectLst/>
                <a:uFillTx/>
                <a:latin typeface="Times New Roman"/>
                <a:ea typeface="Times New Roman"/>
              </a:rPr>
              <a:t>ver</a:t>
            </a:r>
            <a:r>
              <a:rPr lang="en-US" sz="2200" b="0" u="none" strike="noStrike">
                <a:solidFill>
                  <a:schemeClr val="dk1"/>
                </a:solidFill>
                <a:effectLst/>
                <a:uFillTx/>
                <a:latin typeface="Times New Roman"/>
                <a:ea typeface="Times New Roman"/>
              </a:rPr>
              <a:t>y's </a:t>
            </a:r>
            <a:r>
              <a:rPr lang="en-US" sz="2200" b="1" u="none" strike="noStrike">
                <a:solidFill>
                  <a:schemeClr val="dk1"/>
                </a:solidFill>
                <a:effectLst/>
                <a:uFillTx/>
                <a:latin typeface="Times New Roman"/>
                <a:ea typeface="Times New Roman"/>
              </a:rPr>
              <a:t>bou</a:t>
            </a:r>
            <a:r>
              <a:rPr lang="en-US" sz="2200" b="1" u="none" strike="noStrike">
                <a:solidFill>
                  <a:schemeClr val="dk1"/>
                </a:solidFill>
                <a:effectLst/>
                <a:uFillTx/>
                <a:latin typeface="Times New Roman"/>
                <a:ea typeface="Times New Roman"/>
              </a:rPr>
              <a:t>nce, </a:t>
            </a:r>
            <a:r>
              <a:rPr lang="en-US" sz="2200" b="1" u="none" strike="noStrike">
                <a:solidFill>
                  <a:schemeClr val="dk1"/>
                </a:solidFill>
                <a:effectLst/>
                <a:uFillTx/>
                <a:latin typeface="Times New Roman"/>
                <a:ea typeface="Times New Roman"/>
              </a:rPr>
              <a:t>len</a:t>
            </a:r>
            <a:r>
              <a:rPr lang="en-US" sz="2200" b="1" u="none" strike="noStrike">
                <a:solidFill>
                  <a:schemeClr val="dk1"/>
                </a:solidFill>
                <a:effectLst/>
                <a:uFillTx/>
                <a:latin typeface="Times New Roman"/>
                <a:ea typeface="Times New Roman"/>
              </a:rPr>
              <a:t>gth, </a:t>
            </a:r>
            <a:r>
              <a:rPr lang="en-US" sz="2200" b="1" u="none" strike="noStrike">
                <a:solidFill>
                  <a:schemeClr val="dk1"/>
                </a:solidFill>
                <a:effectLst/>
                <a:uFillTx/>
                <a:latin typeface="Times New Roman"/>
                <a:ea typeface="Times New Roman"/>
              </a:rPr>
              <a:t>line </a:t>
            </a:r>
            <a:r>
              <a:rPr lang="en-US" sz="2200" b="1" u="none" strike="noStrike">
                <a:solidFill>
                  <a:schemeClr val="dk1"/>
                </a:solidFill>
                <a:effectLst/>
                <a:uFillTx/>
                <a:latin typeface="Times New Roman"/>
                <a:ea typeface="Times New Roman"/>
              </a:rPr>
              <a:t>and </a:t>
            </a:r>
            <a:r>
              <a:rPr lang="en-US" sz="2200" b="1" u="none" strike="noStrike">
                <a:solidFill>
                  <a:schemeClr val="dk1"/>
                </a:solidFill>
                <a:effectLst/>
                <a:uFillTx/>
                <a:latin typeface="Times New Roman"/>
                <a:ea typeface="Times New Roman"/>
              </a:rPr>
              <a:t>spe</a:t>
            </a:r>
            <a:r>
              <a:rPr lang="en-US" sz="2200" b="1" u="none" strike="noStrike">
                <a:solidFill>
                  <a:schemeClr val="dk1"/>
                </a:solidFill>
                <a:effectLst/>
                <a:uFillTx/>
                <a:latin typeface="Times New Roman"/>
                <a:ea typeface="Times New Roman"/>
              </a:rPr>
              <a:t>ed</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algn="just" defTabSz="914400">
              <a:lnSpc>
                <a:spcPct val="130000"/>
              </a:lnSpc>
              <a:spcAft>
                <a:spcPts val="1800"/>
              </a:spcAft>
              <a:tabLst>
                <a:tab pos="0" algn="l"/>
              </a:tabLst>
            </a:pPr>
            <a:r>
              <a:rPr lang="en-US" sz="2200" b="0" u="none" strike="noStrike">
                <a:solidFill>
                  <a:schemeClr val="dk1"/>
                </a:solidFill>
                <a:effectLst/>
                <a:uFillTx/>
                <a:latin typeface="Times New Roman"/>
                <a:ea typeface="Times New Roman"/>
              </a:rPr>
              <a:t>A </a:t>
            </a:r>
            <a:r>
              <a:rPr lang="en-US" sz="2200" b="0" u="none" strike="noStrike">
                <a:solidFill>
                  <a:schemeClr val="dk1"/>
                </a:solidFill>
                <a:effectLst/>
                <a:uFillTx/>
                <a:latin typeface="Times New Roman"/>
                <a:ea typeface="Times New Roman"/>
              </a:rPr>
              <a:t>scor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engi</a:t>
            </a:r>
            <a:r>
              <a:rPr lang="en-US" sz="2200" b="0" u="none" strike="noStrike">
                <a:solidFill>
                  <a:schemeClr val="dk1"/>
                </a:solidFill>
                <a:effectLst/>
                <a:uFillTx/>
                <a:latin typeface="Times New Roman"/>
                <a:ea typeface="Times New Roman"/>
              </a:rPr>
              <a:t>ne </a:t>
            </a:r>
            <a:r>
              <a:rPr lang="en-US" sz="2200" b="0" u="none" strike="noStrike">
                <a:solidFill>
                  <a:schemeClr val="dk1"/>
                </a:solidFill>
                <a:effectLst/>
                <a:uFillTx/>
                <a:latin typeface="Times New Roman"/>
                <a:ea typeface="Times New Roman"/>
              </a:rPr>
              <a:t>kee</a:t>
            </a:r>
            <a:r>
              <a:rPr lang="en-US" sz="2200" b="0" u="none" strike="noStrike">
                <a:solidFill>
                  <a:schemeClr val="dk1"/>
                </a:solidFill>
                <a:effectLst/>
                <a:uFillTx/>
                <a:latin typeface="Times New Roman"/>
                <a:ea typeface="Times New Roman"/>
              </a:rPr>
              <a:t>ps </a:t>
            </a:r>
            <a:r>
              <a:rPr lang="en-US" sz="2200" b="0" u="none" strike="noStrike">
                <a:solidFill>
                  <a:schemeClr val="dk1"/>
                </a:solidFill>
                <a:effectLst/>
                <a:uFillTx/>
                <a:latin typeface="Times New Roman"/>
                <a:ea typeface="Times New Roman"/>
              </a:rPr>
              <a:t>the </a:t>
            </a:r>
            <a:r>
              <a:rPr lang="en-US" sz="2200" b="0" u="none" strike="noStrike">
                <a:solidFill>
                  <a:schemeClr val="dk1"/>
                </a:solidFill>
                <a:effectLst/>
                <a:uFillTx/>
                <a:latin typeface="Times New Roman"/>
                <a:ea typeface="Times New Roman"/>
              </a:rPr>
              <a:t>mat</a:t>
            </a:r>
            <a:r>
              <a:rPr lang="en-US" sz="2200" b="0" u="none" strike="noStrike">
                <a:solidFill>
                  <a:schemeClr val="dk1"/>
                </a:solidFill>
                <a:effectLst/>
                <a:uFillTx/>
                <a:latin typeface="Times New Roman"/>
                <a:ea typeface="Times New Roman"/>
              </a:rPr>
              <a:t>ch </a:t>
            </a:r>
            <a:r>
              <a:rPr lang="en-US" sz="2200" b="0" u="none" strike="noStrike">
                <a:solidFill>
                  <a:schemeClr val="dk1"/>
                </a:solidFill>
                <a:effectLst/>
                <a:uFillTx/>
                <a:latin typeface="Times New Roman"/>
                <a:ea typeface="Times New Roman"/>
              </a:rPr>
              <a:t>stat</a:t>
            </a:r>
            <a:r>
              <a:rPr lang="en-US" sz="2200" b="0" u="none" strike="noStrike">
                <a:solidFill>
                  <a:schemeClr val="dk1"/>
                </a:solidFill>
                <a:effectLst/>
                <a:uFillTx/>
                <a:latin typeface="Times New Roman"/>
                <a:ea typeface="Times New Roman"/>
              </a:rPr>
              <a:t>e by </a:t>
            </a:r>
            <a:r>
              <a:rPr lang="en-US" sz="2200" b="0" u="none" strike="noStrike">
                <a:solidFill>
                  <a:schemeClr val="dk1"/>
                </a:solidFill>
                <a:effectLst/>
                <a:uFillTx/>
                <a:latin typeface="Times New Roman"/>
                <a:ea typeface="Times New Roman"/>
              </a:rPr>
              <a:t>the </a:t>
            </a:r>
            <a:r>
              <a:rPr lang="en-US" sz="2200" b="1" u="none" strike="noStrike">
                <a:solidFill>
                  <a:schemeClr val="dk1"/>
                </a:solidFill>
                <a:effectLst/>
                <a:uFillTx/>
                <a:latin typeface="Times New Roman"/>
                <a:ea typeface="Times New Roman"/>
              </a:rPr>
              <a:t>La</a:t>
            </a:r>
            <a:r>
              <a:rPr lang="en-US" sz="2200" b="1" u="none" strike="noStrike">
                <a:solidFill>
                  <a:schemeClr val="dk1"/>
                </a:solidFill>
                <a:effectLst/>
                <a:uFillTx/>
                <a:latin typeface="Times New Roman"/>
                <a:ea typeface="Times New Roman"/>
              </a:rPr>
              <a:t>ws </a:t>
            </a:r>
            <a:r>
              <a:rPr lang="en-US" sz="2200" b="1" u="none" strike="noStrike">
                <a:solidFill>
                  <a:schemeClr val="dk1"/>
                </a:solidFill>
                <a:effectLst/>
                <a:uFillTx/>
                <a:latin typeface="Times New Roman"/>
                <a:ea typeface="Times New Roman"/>
              </a:rPr>
              <a:t>of </a:t>
            </a:r>
            <a:r>
              <a:rPr lang="en-US" sz="2200" b="1" u="none" strike="noStrike">
                <a:solidFill>
                  <a:schemeClr val="dk1"/>
                </a:solidFill>
                <a:effectLst/>
                <a:uFillTx/>
                <a:latin typeface="Times New Roman"/>
                <a:ea typeface="Times New Roman"/>
              </a:rPr>
              <a:t>Cri</a:t>
            </a:r>
            <a:r>
              <a:rPr lang="en-US" sz="2200" b="1" u="none" strike="noStrike">
                <a:solidFill>
                  <a:schemeClr val="dk1"/>
                </a:solidFill>
                <a:effectLst/>
                <a:uFillTx/>
                <a:latin typeface="Times New Roman"/>
                <a:ea typeface="Times New Roman"/>
              </a:rPr>
              <a:t>cke</a:t>
            </a:r>
            <a:r>
              <a:rPr lang="en-US" sz="2200" b="1"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and </a:t>
            </a:r>
            <a:r>
              <a:rPr lang="en-US" sz="2200" b="0" u="none" strike="noStrike">
                <a:solidFill>
                  <a:schemeClr val="dk1"/>
                </a:solidFill>
                <a:effectLst/>
                <a:uFillTx/>
                <a:latin typeface="Times New Roman"/>
                <a:ea typeface="Times New Roman"/>
              </a:rPr>
              <a:t>che</a:t>
            </a:r>
            <a:r>
              <a:rPr lang="en-US" sz="2200" b="0" u="none" strike="noStrike">
                <a:solidFill>
                  <a:schemeClr val="dk1"/>
                </a:solidFill>
                <a:effectLst/>
                <a:uFillTx/>
                <a:latin typeface="Times New Roman"/>
                <a:ea typeface="Times New Roman"/>
              </a:rPr>
              <a:t>cks </a:t>
            </a:r>
            <a:r>
              <a:rPr lang="en-US" sz="2200" b="0" u="none" strike="noStrike">
                <a:solidFill>
                  <a:schemeClr val="dk1"/>
                </a:solidFill>
                <a:effectLst/>
                <a:uFillTx/>
                <a:latin typeface="Times New Roman"/>
                <a:ea typeface="Times New Roman"/>
              </a:rPr>
              <a:t>it </a:t>
            </a:r>
            <a:r>
              <a:rPr lang="en-US" sz="2200" b="0" u="none" strike="noStrike">
                <a:solidFill>
                  <a:schemeClr val="dk1"/>
                </a:solidFill>
                <a:effectLst/>
                <a:uFillTx/>
                <a:latin typeface="Times New Roman"/>
                <a:ea typeface="Times New Roman"/>
              </a:rPr>
              <a:t>agai</a:t>
            </a:r>
            <a:r>
              <a:rPr lang="en-US" sz="2200" b="0" u="none" strike="noStrike">
                <a:solidFill>
                  <a:schemeClr val="dk1"/>
                </a:solidFill>
                <a:effectLst/>
                <a:uFillTx/>
                <a:latin typeface="Times New Roman"/>
                <a:ea typeface="Times New Roman"/>
              </a:rPr>
              <a:t>nst </a:t>
            </a:r>
            <a:r>
              <a:rPr lang="en-US" sz="2200" b="0" u="none" strike="noStrike">
                <a:solidFill>
                  <a:schemeClr val="dk1"/>
                </a:solidFill>
                <a:effectLst/>
                <a:uFillTx/>
                <a:latin typeface="Times New Roman"/>
                <a:ea typeface="Times New Roman"/>
              </a:rPr>
              <a:t>the </a:t>
            </a:r>
            <a:r>
              <a:rPr lang="en-US" sz="2200" b="0" u="none" strike="noStrike">
                <a:solidFill>
                  <a:schemeClr val="dk1"/>
                </a:solidFill>
                <a:effectLst/>
                <a:uFillTx/>
                <a:latin typeface="Times New Roman"/>
                <a:ea typeface="Times New Roman"/>
              </a:rPr>
              <a:t>scor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bar </a:t>
            </a:r>
            <a:r>
              <a:rPr lang="en-US" sz="2200" b="0" u="none" strike="noStrike">
                <a:solidFill>
                  <a:schemeClr val="dk1"/>
                </a:solidFill>
                <a:effectLst/>
                <a:uFillTx/>
                <a:latin typeface="Times New Roman"/>
                <a:ea typeface="Times New Roman"/>
              </a:rPr>
              <a:t>afte</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ever</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ball. </a:t>
            </a:r>
            <a:r>
              <a:rPr lang="en-US" sz="2200" b="0" u="none" strike="noStrike">
                <a:solidFill>
                  <a:schemeClr val="dk1"/>
                </a:solidFill>
                <a:effectLst/>
                <a:uFillTx/>
                <a:latin typeface="Times New Roman"/>
                <a:ea typeface="Times New Roman"/>
              </a:rPr>
              <a:t>Fro</a:t>
            </a:r>
            <a:r>
              <a:rPr lang="en-US" sz="2200" b="0" u="none" strike="noStrike">
                <a:solidFill>
                  <a:schemeClr val="dk1"/>
                </a:solidFill>
                <a:effectLst/>
                <a:uFillTx/>
                <a:latin typeface="Times New Roman"/>
                <a:ea typeface="Times New Roman"/>
              </a:rPr>
              <a:t>m </a:t>
            </a:r>
            <a:r>
              <a:rPr lang="en-US" sz="2200" b="0" u="none" strike="noStrike">
                <a:solidFill>
                  <a:schemeClr val="dk1"/>
                </a:solidFill>
                <a:effectLst/>
                <a:uFillTx/>
                <a:latin typeface="Times New Roman"/>
                <a:ea typeface="Times New Roman"/>
              </a:rPr>
              <a:t>thes</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mea</a:t>
            </a:r>
            <a:r>
              <a:rPr lang="en-US" sz="2200" b="0" u="none" strike="noStrike">
                <a:solidFill>
                  <a:schemeClr val="dk1"/>
                </a:solidFill>
                <a:effectLst/>
                <a:uFillTx/>
                <a:latin typeface="Times New Roman"/>
                <a:ea typeface="Times New Roman"/>
              </a:rPr>
              <a:t>sure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fact</a:t>
            </a:r>
            <a:r>
              <a:rPr lang="en-US" sz="2200" b="0" u="none" strike="noStrike">
                <a:solidFill>
                  <a:schemeClr val="dk1"/>
                </a:solidFill>
                <a:effectLst/>
                <a:uFillTx/>
                <a:latin typeface="Times New Roman"/>
                <a:ea typeface="Times New Roman"/>
              </a:rPr>
              <a:t>s, a </a:t>
            </a:r>
            <a:r>
              <a:rPr lang="en-US" sz="2200" b="0" u="none" strike="noStrike">
                <a:solidFill>
                  <a:schemeClr val="dk1"/>
                </a:solidFill>
                <a:effectLst/>
                <a:uFillTx/>
                <a:latin typeface="Times New Roman"/>
                <a:ea typeface="Times New Roman"/>
              </a:rPr>
              <a:t>lang</a:t>
            </a:r>
            <a:r>
              <a:rPr lang="en-US" sz="2200" b="0" u="none" strike="noStrike">
                <a:solidFill>
                  <a:schemeClr val="dk1"/>
                </a:solidFill>
                <a:effectLst/>
                <a:uFillTx/>
                <a:latin typeface="Times New Roman"/>
                <a:ea typeface="Times New Roman"/>
              </a:rPr>
              <a:t>uag</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mo</a:t>
            </a:r>
            <a:r>
              <a:rPr lang="en-US" sz="2200" b="0" u="none" strike="noStrike">
                <a:solidFill>
                  <a:schemeClr val="dk1"/>
                </a:solidFill>
                <a:effectLst/>
                <a:uFillTx/>
                <a:latin typeface="Times New Roman"/>
                <a:ea typeface="Times New Roman"/>
              </a:rPr>
              <a:t>del </a:t>
            </a:r>
            <a:r>
              <a:rPr lang="en-US" sz="2200" b="0" u="none" strike="noStrike">
                <a:solidFill>
                  <a:schemeClr val="dk1"/>
                </a:solidFill>
                <a:effectLst/>
                <a:uFillTx/>
                <a:latin typeface="Times New Roman"/>
                <a:ea typeface="Times New Roman"/>
              </a:rPr>
              <a:t>writ</a:t>
            </a:r>
            <a:r>
              <a:rPr lang="en-US" sz="2200" b="0" u="none" strike="noStrike">
                <a:solidFill>
                  <a:schemeClr val="dk1"/>
                </a:solidFill>
                <a:effectLst/>
                <a:uFillTx/>
                <a:latin typeface="Times New Roman"/>
                <a:ea typeface="Times New Roman"/>
              </a:rPr>
              <a:t>es </a:t>
            </a:r>
            <a:r>
              <a:rPr lang="en-US" sz="2200" b="0" u="none" strike="noStrike">
                <a:solidFill>
                  <a:schemeClr val="dk1"/>
                </a:solidFill>
                <a:effectLst/>
                <a:uFillTx/>
                <a:latin typeface="Times New Roman"/>
                <a:ea typeface="Times New Roman"/>
              </a:rPr>
              <a:t>ball</a:t>
            </a:r>
            <a:r>
              <a:rPr lang="en-US" sz="2200" b="0" u="none" strike="noStrike">
                <a:solidFill>
                  <a:schemeClr val="dk1"/>
                </a:solidFill>
                <a:effectLst/>
                <a:uFillTx/>
                <a:latin typeface="Times New Roman"/>
                <a:ea typeface="Times New Roman"/>
              </a:rPr>
              <a:t>-by-</a:t>
            </a:r>
            <a:r>
              <a:rPr lang="en-US" sz="2200" b="0" u="none" strike="noStrike">
                <a:solidFill>
                  <a:schemeClr val="dk1"/>
                </a:solidFill>
                <a:effectLst/>
                <a:uFillTx/>
                <a:latin typeface="Times New Roman"/>
                <a:ea typeface="Times New Roman"/>
              </a:rPr>
              <a:t>ball </a:t>
            </a:r>
            <a:r>
              <a:rPr lang="en-US" sz="2200" b="0" u="none" strike="noStrike">
                <a:solidFill>
                  <a:schemeClr val="dk1"/>
                </a:solidFill>
                <a:effectLst/>
                <a:uFillTx/>
                <a:latin typeface="Times New Roman"/>
                <a:ea typeface="Times New Roman"/>
              </a:rPr>
              <a:t>com</a:t>
            </a:r>
            <a:r>
              <a:rPr lang="en-US" sz="2200" b="0" u="none" strike="noStrike">
                <a:solidFill>
                  <a:schemeClr val="dk1"/>
                </a:solidFill>
                <a:effectLst/>
                <a:uFillTx/>
                <a:latin typeface="Times New Roman"/>
                <a:ea typeface="Times New Roman"/>
              </a:rPr>
              <a:t>men</a:t>
            </a:r>
            <a:r>
              <a:rPr lang="en-US" sz="2200" b="0" u="none" strike="noStrike">
                <a:solidFill>
                  <a:schemeClr val="dk1"/>
                </a:solidFill>
                <a:effectLst/>
                <a:uFillTx/>
                <a:latin typeface="Times New Roman"/>
                <a:ea typeface="Times New Roman"/>
              </a:rPr>
              <a:t>tary </a:t>
            </a:r>
            <a:r>
              <a:rPr lang="en-US" sz="2200" b="0" u="none" strike="noStrike">
                <a:solidFill>
                  <a:schemeClr val="dk1"/>
                </a:solidFill>
                <a:effectLst/>
                <a:uFillTx/>
                <a:latin typeface="Times New Roman"/>
                <a:ea typeface="Times New Roman"/>
              </a:rPr>
              <a:t>in </a:t>
            </a:r>
            <a:r>
              <a:rPr lang="en-US" sz="2200" b="0" u="none" strike="noStrike">
                <a:solidFill>
                  <a:schemeClr val="dk1"/>
                </a:solidFill>
                <a:effectLst/>
                <a:uFillTx/>
                <a:latin typeface="Times New Roman"/>
                <a:ea typeface="Times New Roman"/>
              </a:rPr>
              <a:t>whi</a:t>
            </a:r>
            <a:r>
              <a:rPr lang="en-US" sz="2200" b="0" u="none" strike="noStrike">
                <a:solidFill>
                  <a:schemeClr val="dk1"/>
                </a:solidFill>
                <a:effectLst/>
                <a:uFillTx/>
                <a:latin typeface="Times New Roman"/>
                <a:ea typeface="Times New Roman"/>
              </a:rPr>
              <a:t>ch </a:t>
            </a:r>
            <a:r>
              <a:rPr lang="en-US" sz="2200" b="1" u="none" strike="noStrike">
                <a:solidFill>
                  <a:schemeClr val="dk1"/>
                </a:solidFill>
                <a:effectLst/>
                <a:uFillTx/>
                <a:latin typeface="Times New Roman"/>
                <a:ea typeface="Times New Roman"/>
              </a:rPr>
              <a:t>eve</a:t>
            </a:r>
            <a:r>
              <a:rPr lang="en-US" sz="2200" b="1" u="none" strike="noStrike">
                <a:solidFill>
                  <a:schemeClr val="dk1"/>
                </a:solidFill>
                <a:effectLst/>
                <a:uFillTx/>
                <a:latin typeface="Times New Roman"/>
                <a:ea typeface="Times New Roman"/>
              </a:rPr>
              <a:t>ry </a:t>
            </a:r>
            <a:r>
              <a:rPr lang="en-US" sz="2200" b="1" u="none" strike="noStrike">
                <a:solidFill>
                  <a:schemeClr val="dk1"/>
                </a:solidFill>
                <a:effectLst/>
                <a:uFillTx/>
                <a:latin typeface="Times New Roman"/>
                <a:ea typeface="Times New Roman"/>
              </a:rPr>
              <a:t>line </a:t>
            </a:r>
            <a:r>
              <a:rPr lang="en-US" sz="2200" b="1" u="none" strike="noStrike">
                <a:solidFill>
                  <a:schemeClr val="dk1"/>
                </a:solidFill>
                <a:effectLst/>
                <a:uFillTx/>
                <a:latin typeface="Times New Roman"/>
                <a:ea typeface="Times New Roman"/>
              </a:rPr>
              <a:t>is </a:t>
            </a:r>
            <a:r>
              <a:rPr lang="en-US" sz="2200" b="1" u="none" strike="noStrike">
                <a:solidFill>
                  <a:schemeClr val="dk1"/>
                </a:solidFill>
                <a:effectLst/>
                <a:uFillTx/>
                <a:latin typeface="Times New Roman"/>
                <a:ea typeface="Times New Roman"/>
              </a:rPr>
              <a:t>fact</a:t>
            </a:r>
            <a:r>
              <a:rPr lang="en-US" sz="2200" b="1" u="none" strike="noStrike">
                <a:solidFill>
                  <a:schemeClr val="dk1"/>
                </a:solidFill>
                <a:effectLst/>
                <a:uFillTx/>
                <a:latin typeface="Times New Roman"/>
                <a:ea typeface="Times New Roman"/>
              </a:rPr>
              <a:t>-</a:t>
            </a:r>
            <a:r>
              <a:rPr lang="en-US" sz="2200" b="1" u="none" strike="noStrike">
                <a:solidFill>
                  <a:schemeClr val="dk1"/>
                </a:solidFill>
                <a:effectLst/>
                <a:uFillTx/>
                <a:latin typeface="Times New Roman"/>
                <a:ea typeface="Times New Roman"/>
              </a:rPr>
              <a:t>che</a:t>
            </a:r>
            <a:r>
              <a:rPr lang="en-US" sz="2200" b="1" u="none" strike="noStrike">
                <a:solidFill>
                  <a:schemeClr val="dk1"/>
                </a:solidFill>
                <a:effectLst/>
                <a:uFillTx/>
                <a:latin typeface="Times New Roman"/>
                <a:ea typeface="Times New Roman"/>
              </a:rPr>
              <a:t>cke</a:t>
            </a:r>
            <a:r>
              <a:rPr lang="en-US" sz="2200" b="1"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spo</a:t>
            </a:r>
            <a:r>
              <a:rPr lang="en-US" sz="2200" b="0" u="none" strike="noStrike">
                <a:solidFill>
                  <a:schemeClr val="dk1"/>
                </a:solidFill>
                <a:effectLst/>
                <a:uFillTx/>
                <a:latin typeface="Times New Roman"/>
                <a:ea typeface="Times New Roman"/>
              </a:rPr>
              <a:t>ken </a:t>
            </a:r>
            <a:r>
              <a:rPr lang="en-US" sz="2200" b="0" u="none" strike="noStrike">
                <a:solidFill>
                  <a:schemeClr val="dk1"/>
                </a:solidFill>
                <a:effectLst/>
                <a:uFillTx/>
                <a:latin typeface="Times New Roman"/>
                <a:ea typeface="Times New Roman"/>
              </a:rPr>
              <a:t>by a </a:t>
            </a:r>
            <a:r>
              <a:rPr lang="en-US" sz="2200" b="0" u="none" strike="noStrike">
                <a:solidFill>
                  <a:schemeClr val="dk1"/>
                </a:solidFill>
                <a:effectLst/>
                <a:uFillTx/>
                <a:latin typeface="Times New Roman"/>
                <a:ea typeface="Times New Roman"/>
              </a:rPr>
              <a:t>loca</a:t>
            </a:r>
            <a:r>
              <a:rPr lang="en-US" sz="2200" b="0" u="none" strike="noStrike">
                <a:solidFill>
                  <a:schemeClr val="dk1"/>
                </a:solidFill>
                <a:effectLst/>
                <a:uFillTx/>
                <a:latin typeface="Times New Roman"/>
                <a:ea typeface="Times New Roman"/>
              </a:rPr>
              <a:t>l </a:t>
            </a:r>
            <a:r>
              <a:rPr lang="en-US" sz="2200" b="0" u="none" strike="noStrike">
                <a:solidFill>
                  <a:schemeClr val="dk1"/>
                </a:solidFill>
                <a:effectLst/>
                <a:uFillTx/>
                <a:latin typeface="Times New Roman"/>
                <a:ea typeface="Times New Roman"/>
              </a:rPr>
              <a:t>text</a:t>
            </a:r>
            <a:r>
              <a:rPr lang="en-US" sz="2200" b="0" u="none" strike="noStrike">
                <a:solidFill>
                  <a:schemeClr val="dk1"/>
                </a:solidFill>
                <a:effectLst/>
                <a:uFillTx/>
                <a:latin typeface="Times New Roman"/>
                <a:ea typeface="Times New Roman"/>
              </a:rPr>
              <a:t>-to-</a:t>
            </a:r>
            <a:r>
              <a:rPr lang="en-US" sz="2200" b="0" u="none" strike="noStrike">
                <a:solidFill>
                  <a:schemeClr val="dk1"/>
                </a:solidFill>
                <a:effectLst/>
                <a:uFillTx/>
                <a:latin typeface="Times New Roman"/>
                <a:ea typeface="Times New Roman"/>
              </a:rPr>
              <a:t>spe</a:t>
            </a:r>
            <a:r>
              <a:rPr lang="en-US" sz="2200" b="0" u="none" strike="noStrike">
                <a:solidFill>
                  <a:schemeClr val="dk1"/>
                </a:solidFill>
                <a:effectLst/>
                <a:uFillTx/>
                <a:latin typeface="Times New Roman"/>
                <a:ea typeface="Times New Roman"/>
              </a:rPr>
              <a:t>ech </a:t>
            </a:r>
            <a:r>
              <a:rPr lang="en-US" sz="2200" b="0" u="none" strike="noStrike">
                <a:solidFill>
                  <a:schemeClr val="dk1"/>
                </a:solidFill>
                <a:effectLst/>
                <a:uFillTx/>
                <a:latin typeface="Times New Roman"/>
                <a:ea typeface="Times New Roman"/>
              </a:rPr>
              <a:t>mo</a:t>
            </a:r>
            <a:r>
              <a:rPr lang="en-US" sz="2200" b="0" u="none" strike="noStrike">
                <a:solidFill>
                  <a:schemeClr val="dk1"/>
                </a:solidFill>
                <a:effectLst/>
                <a:uFillTx/>
                <a:latin typeface="Times New Roman"/>
                <a:ea typeface="Times New Roman"/>
              </a:rPr>
              <a:t>del </a:t>
            </a:r>
            <a:r>
              <a:rPr lang="en-US" sz="2200" b="0" u="none" strike="noStrike">
                <a:solidFill>
                  <a:schemeClr val="dk1"/>
                </a:solidFill>
                <a:effectLst/>
                <a:uFillTx/>
                <a:latin typeface="Times New Roman"/>
                <a:ea typeface="Times New Roman"/>
              </a:rPr>
              <a:t>ove</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the </a:t>
            </a:r>
            <a:r>
              <a:rPr lang="en-US" sz="2200" b="0" u="none" strike="noStrike">
                <a:solidFill>
                  <a:schemeClr val="dk1"/>
                </a:solidFill>
                <a:effectLst/>
                <a:uFillTx/>
                <a:latin typeface="Times New Roman"/>
                <a:ea typeface="Times New Roman"/>
              </a:rPr>
              <a:t>cro</a:t>
            </a:r>
            <a:r>
              <a:rPr lang="en-US" sz="2200" b="0" u="none" strike="noStrike">
                <a:solidFill>
                  <a:schemeClr val="dk1"/>
                </a:solidFill>
                <a:effectLst/>
                <a:uFillTx/>
                <a:latin typeface="Times New Roman"/>
                <a:ea typeface="Times New Roman"/>
              </a:rPr>
              <a:t>wd. </a:t>
            </a:r>
            <a:r>
              <a:rPr lang="en-US" sz="2200" b="0" u="none" strike="noStrike">
                <a:solidFill>
                  <a:schemeClr val="dk1"/>
                </a:solidFill>
                <a:effectLst/>
                <a:uFillTx/>
                <a:latin typeface="Times New Roman"/>
                <a:ea typeface="Times New Roman"/>
              </a:rPr>
              <a:t>A </a:t>
            </a:r>
            <a:r>
              <a:rPr lang="en-US" sz="2200" b="1" u="none" strike="noStrike">
                <a:solidFill>
                  <a:schemeClr val="dk1"/>
                </a:solidFill>
                <a:effectLst/>
                <a:uFillTx/>
                <a:latin typeface="Times New Roman"/>
                <a:ea typeface="Times New Roman"/>
              </a:rPr>
              <a:t>live </a:t>
            </a:r>
            <a:r>
              <a:rPr lang="en-US" sz="2200" b="1" u="none" strike="noStrike">
                <a:solidFill>
                  <a:schemeClr val="dk1"/>
                </a:solidFill>
                <a:effectLst/>
                <a:uFillTx/>
                <a:latin typeface="Times New Roman"/>
                <a:ea typeface="Times New Roman"/>
              </a:rPr>
              <a:t>mo</a:t>
            </a:r>
            <a:r>
              <a:rPr lang="en-US" sz="2200" b="1" u="none" strike="noStrike">
                <a:solidFill>
                  <a:schemeClr val="dk1"/>
                </a:solidFill>
                <a:effectLst/>
                <a:uFillTx/>
                <a:latin typeface="Times New Roman"/>
                <a:ea typeface="Times New Roman"/>
              </a:rPr>
              <a:t>de</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runs </a:t>
            </a:r>
            <a:r>
              <a:rPr lang="en-US" sz="2200" b="0" u="none" strike="noStrike">
                <a:solidFill>
                  <a:schemeClr val="dk1"/>
                </a:solidFill>
                <a:effectLst/>
                <a:uFillTx/>
                <a:latin typeface="Times New Roman"/>
                <a:ea typeface="Times New Roman"/>
              </a:rPr>
              <a:t>the </a:t>
            </a:r>
            <a:r>
              <a:rPr lang="en-US" sz="2200" b="0" u="none" strike="noStrike">
                <a:solidFill>
                  <a:schemeClr val="dk1"/>
                </a:solidFill>
                <a:effectLst/>
                <a:uFillTx/>
                <a:latin typeface="Times New Roman"/>
                <a:ea typeface="Times New Roman"/>
              </a:rPr>
              <a:t>tim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criti</a:t>
            </a:r>
            <a:r>
              <a:rPr lang="en-US" sz="2200" b="0" u="none" strike="noStrike">
                <a:solidFill>
                  <a:schemeClr val="dk1"/>
                </a:solidFill>
                <a:effectLst/>
                <a:uFillTx/>
                <a:latin typeface="Times New Roman"/>
                <a:ea typeface="Times New Roman"/>
              </a:rPr>
              <a:t>cal </a:t>
            </a:r>
            <a:r>
              <a:rPr lang="en-US" sz="2200" b="0" u="none" strike="noStrike">
                <a:solidFill>
                  <a:schemeClr val="dk1"/>
                </a:solidFill>
                <a:effectLst/>
                <a:uFillTx/>
                <a:latin typeface="Times New Roman"/>
                <a:ea typeface="Times New Roman"/>
              </a:rPr>
              <a:t>part</a:t>
            </a:r>
            <a:r>
              <a:rPr lang="en-US" sz="2200" b="0" u="none" strike="noStrike">
                <a:solidFill>
                  <a:schemeClr val="dk1"/>
                </a:solidFill>
                <a:effectLst/>
                <a:uFillTx/>
                <a:latin typeface="Times New Roman"/>
                <a:ea typeface="Times New Roman"/>
              </a:rPr>
              <a:t>s as </a:t>
            </a:r>
            <a:r>
              <a:rPr lang="en-US" sz="2200" b="0" u="none" strike="noStrike">
                <a:solidFill>
                  <a:schemeClr val="dk1"/>
                </a:solidFill>
                <a:effectLst/>
                <a:uFillTx/>
                <a:latin typeface="Times New Roman"/>
                <a:ea typeface="Times New Roman"/>
              </a:rPr>
              <a:t>the </a:t>
            </a:r>
            <a:r>
              <a:rPr lang="en-US" sz="2200" b="0" u="none" strike="noStrike">
                <a:solidFill>
                  <a:schemeClr val="dk1"/>
                </a:solidFill>
                <a:effectLst/>
                <a:uFillTx/>
                <a:latin typeface="Times New Roman"/>
                <a:ea typeface="Times New Roman"/>
              </a:rPr>
              <a:t>vide</a:t>
            </a:r>
            <a:r>
              <a:rPr lang="en-US" sz="2200" b="0" u="none" strike="noStrike">
                <a:solidFill>
                  <a:schemeClr val="dk1"/>
                </a:solidFill>
                <a:effectLst/>
                <a:uFillTx/>
                <a:latin typeface="Times New Roman"/>
                <a:ea typeface="Times New Roman"/>
              </a:rPr>
              <a:t>o </a:t>
            </a:r>
            <a:r>
              <a:rPr lang="en-US" sz="2200" b="0" u="none" strike="noStrike">
                <a:solidFill>
                  <a:schemeClr val="dk1"/>
                </a:solidFill>
                <a:effectLst/>
                <a:uFillTx/>
                <a:latin typeface="Times New Roman"/>
                <a:ea typeface="Times New Roman"/>
              </a:rPr>
              <a:t>play</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on </a:t>
            </a:r>
            <a:r>
              <a:rPr lang="en-US" sz="2200" b="0" u="none" strike="noStrike">
                <a:solidFill>
                  <a:schemeClr val="dk1"/>
                </a:solidFill>
                <a:effectLst/>
                <a:uFillTx/>
                <a:latin typeface="Times New Roman"/>
                <a:ea typeface="Times New Roman"/>
              </a:rPr>
              <a:t>one </a:t>
            </a:r>
            <a:r>
              <a:rPr lang="en-US" sz="2200" b="0" u="none" strike="noStrike">
                <a:solidFill>
                  <a:schemeClr val="dk1"/>
                </a:solidFill>
                <a:effectLst/>
                <a:uFillTx/>
                <a:latin typeface="Times New Roman"/>
                <a:ea typeface="Times New Roman"/>
              </a:rPr>
              <a:t>lapt</a:t>
            </a:r>
            <a:r>
              <a:rPr lang="en-US" sz="2200" b="0" u="none" strike="noStrike">
                <a:solidFill>
                  <a:schemeClr val="dk1"/>
                </a:solidFill>
                <a:effectLst/>
                <a:uFillTx/>
                <a:latin typeface="Times New Roman"/>
                <a:ea typeface="Times New Roman"/>
              </a:rPr>
              <a:t>op </a:t>
            </a:r>
            <a:r>
              <a:rPr lang="en-US" sz="2200" b="0" u="none" strike="noStrike">
                <a:solidFill>
                  <a:schemeClr val="dk1"/>
                </a:solidFill>
                <a:effectLst/>
                <a:uFillTx/>
                <a:latin typeface="Times New Roman"/>
                <a:ea typeface="Times New Roman"/>
              </a:rPr>
              <a:t>GP</a:t>
            </a:r>
            <a:r>
              <a:rPr lang="en-US" sz="2200" b="0" u="none" strike="noStrike">
                <a:solidFill>
                  <a:schemeClr val="dk1"/>
                </a:solidFill>
                <a:effectLst/>
                <a:uFillTx/>
                <a:latin typeface="Times New Roman"/>
                <a:ea typeface="Times New Roman"/>
              </a:rPr>
              <a:t>U.</a:t>
            </a:r>
            <a:endParaRPr lang="en-US" sz="2200" b="0" u="none" strike="noStrike">
              <a:solidFill>
                <a:srgbClr val="000000"/>
              </a:solidFill>
              <a:effectLst/>
              <a:uFillTx/>
              <a:latin typeface="Arial"/>
            </a:endParaRPr>
          </a:p>
        </p:txBody>
      </p:sp>
      <p:sp>
        <p:nvSpPr>
          <p:cNvPr id="27" name="PlaceHolder 2"/>
          <p:cNvSpPr>
            <a:spLocks noGrp="1"/>
          </p:cNvSpPr>
          <p:nvPr>
            <p:ph type="sldNum" idx="7"/>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BE29A0A8-30B6-4DDE-A00D-75C4AD99EAFF}"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O</a:t>
            </a:r>
            <a:r>
              <a:rPr lang="en-US" sz="4800" b="1" u="none" strike="noStrike">
                <a:solidFill>
                  <a:schemeClr val="dk2"/>
                </a:solidFill>
                <a:effectLst/>
                <a:uFillTx/>
                <a:latin typeface="Times New Roman"/>
                <a:ea typeface="Times New Roman"/>
              </a:rPr>
              <a:t>B</a:t>
            </a:r>
            <a:r>
              <a:rPr lang="en-US" sz="4800" b="1" u="none" strike="noStrike">
                <a:solidFill>
                  <a:schemeClr val="dk2"/>
                </a:solidFill>
                <a:effectLst/>
                <a:uFillTx/>
                <a:latin typeface="Times New Roman"/>
                <a:ea typeface="Times New Roman"/>
              </a:rPr>
              <a:t>J</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C</a:t>
            </a:r>
            <a:r>
              <a:rPr lang="en-US" sz="4800" b="1" u="none" strike="noStrike">
                <a:solidFill>
                  <a:schemeClr val="dk2"/>
                </a:solidFill>
                <a:effectLst/>
                <a:uFillTx/>
                <a:latin typeface="Times New Roman"/>
                <a:ea typeface="Times New Roman"/>
              </a:rPr>
              <a:t>T</a:t>
            </a:r>
            <a:r>
              <a:rPr lang="en-US" sz="4800" b="1" u="none" strike="noStrike">
                <a:solidFill>
                  <a:schemeClr val="dk2"/>
                </a:solidFill>
                <a:effectLst/>
                <a:uFillTx/>
                <a:latin typeface="Times New Roman"/>
                <a:ea typeface="Times New Roman"/>
              </a:rPr>
              <a:t>I</a:t>
            </a:r>
            <a:r>
              <a:rPr lang="en-US" sz="4800" b="1" u="none" strike="noStrike">
                <a:solidFill>
                  <a:schemeClr val="dk2"/>
                </a:solidFill>
                <a:effectLst/>
                <a:uFillTx/>
                <a:latin typeface="Times New Roman"/>
                <a:ea typeface="Times New Roman"/>
              </a:rPr>
              <a:t>V</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S</a:t>
            </a:r>
            <a:endParaRPr lang="en-US" sz="4800" b="0" u="none" strike="noStrike">
              <a:solidFill>
                <a:schemeClr val="dk1"/>
              </a:solidFill>
              <a:effectLst/>
              <a:uFillTx/>
              <a:latin typeface="Times New Roman"/>
            </a:endParaRPr>
          </a:p>
        </p:txBody>
      </p:sp>
      <p:sp>
        <p:nvSpPr>
          <p:cNvPr id="29" name="points"/>
          <p:cNvSpPr/>
          <p:nvPr/>
        </p:nvSpPr>
        <p:spPr>
          <a:xfrm>
            <a:off x="502920" y="1280160"/>
            <a:ext cx="11182680" cy="502884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00000"/>
              </a:lnSpc>
              <a:spcAft>
                <a:spcPts val="1199"/>
              </a:spcAft>
              <a:buClr>
                <a:srgbClr val="000000"/>
              </a:buClr>
              <a:buFont typeface="Symbol" charset="2"/>
              <a:buChar char=""/>
            </a:pP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 </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t </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h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y</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w</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k</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199"/>
              </a:spcAft>
              <a:buClr>
                <a:srgbClr val="000000"/>
              </a:buClr>
              <a:buFont typeface="Symbol" charset="2"/>
              <a:buChar char=""/>
            </a:pP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 </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a </a:t>
            </a:r>
            <a:r>
              <a:rPr lang="en-US" sz="2200" b="0" u="none" strike="noStrike">
                <a:solidFill>
                  <a:schemeClr val="dk1"/>
                </a:solidFill>
                <a:effectLst/>
                <a:uFillTx/>
                <a:latin typeface="Times New Roman"/>
                <a:ea typeface="Times New Roman"/>
              </a:rPr>
              <a:t>w</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h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f </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199"/>
              </a:spcAft>
              <a:buClr>
                <a:srgbClr val="000000"/>
              </a:buClr>
              <a:buFont typeface="Symbol" charset="2"/>
              <a:buChar char=""/>
            </a:pP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 </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t </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k</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p</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y</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g</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s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199"/>
              </a:spcAft>
              <a:buClr>
                <a:srgbClr val="000000"/>
              </a:buClr>
              <a:buFont typeface="Symbol" charset="2"/>
              <a:buChar char=""/>
            </a:pP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 </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h </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y</a:t>
            </a:r>
            <a:r>
              <a:rPr lang="en-US" sz="2200" b="0" u="none" strike="noStrike">
                <a:solidFill>
                  <a:schemeClr val="dk1"/>
                </a:solidFill>
                <a:effectLst/>
                <a:uFillTx/>
                <a:latin typeface="Times New Roman"/>
                <a:ea typeface="Times New Roman"/>
              </a:rPr>
              <a:t>'</a:t>
            </a:r>
            <a:r>
              <a:rPr lang="en-US" sz="2200" b="0"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u</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g</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p</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g</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199"/>
              </a:spcAft>
              <a:buClr>
                <a:srgbClr val="000000"/>
              </a:buClr>
              <a:buFont typeface="Symbol" charset="2"/>
              <a:buChar char=""/>
            </a:pP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 </a:t>
            </a:r>
            <a:r>
              <a:rPr lang="en-US" sz="2200" b="0" u="none" strike="noStrike">
                <a:solidFill>
                  <a:schemeClr val="dk1"/>
                </a:solidFill>
                <a:effectLst/>
                <a:uFillTx/>
                <a:latin typeface="Times New Roman"/>
                <a:ea typeface="Times New Roman"/>
              </a:rPr>
              <a:t>k</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p </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k</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w</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r </a:t>
            </a:r>
            <a:r>
              <a:rPr lang="en-US" sz="2200" b="1" u="none" strike="noStrike">
                <a:solidFill>
                  <a:schemeClr val="dk1"/>
                </a:solidFill>
                <a:effectLst/>
                <a:uFillTx/>
                <a:latin typeface="Times New Roman"/>
                <a:ea typeface="Times New Roman"/>
              </a:rPr>
              <a:t>f</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g</a:t>
            </a:r>
            <a:r>
              <a:rPr lang="en-US" sz="2200" b="1" u="none" strike="noStrike">
                <a:solidFill>
                  <a:schemeClr val="dk1"/>
                </a:solidFill>
                <a:effectLst/>
                <a:uFillTx/>
                <a:latin typeface="Times New Roman"/>
                <a:ea typeface="Times New Roman"/>
              </a:rPr>
              <a:t>u</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b</a:t>
            </a:r>
            <a:r>
              <a:rPr lang="en-US" sz="2200" b="1" u="none" strike="noStrike">
                <a:solidFill>
                  <a:schemeClr val="dk1"/>
                </a:solidFill>
                <a:effectLst/>
                <a:uFillTx/>
                <a:latin typeface="Times New Roman"/>
                <a:ea typeface="Times New Roman"/>
              </a:rPr>
              <a:t>y </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w</a:t>
            </a:r>
            <a:r>
              <a:rPr lang="en-US" sz="2200" b="1"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k</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g</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t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f</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y </a:t>
            </a:r>
            <a:r>
              <a:rPr lang="en-US" sz="2200" b="0" u="none" strike="noStrike">
                <a:solidFill>
                  <a:schemeClr val="dk1"/>
                </a:solidFill>
                <a:effectLst/>
                <a:uFillTx/>
                <a:latin typeface="Times New Roman"/>
                <a:ea typeface="Times New Roman"/>
              </a:rPr>
              <a:t>b</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199"/>
              </a:spcAft>
              <a:buClr>
                <a:srgbClr val="000000"/>
              </a:buClr>
              <a:buFont typeface="Symbol" charset="2"/>
              <a:buChar char=""/>
            </a:pP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 </a:t>
            </a:r>
            <a:r>
              <a:rPr lang="en-US" sz="2200" b="0" u="none" strike="noStrike">
                <a:solidFill>
                  <a:schemeClr val="dk1"/>
                </a:solidFill>
                <a:effectLst/>
                <a:uFillTx/>
                <a:latin typeface="Times New Roman"/>
                <a:ea typeface="Times New Roman"/>
              </a:rPr>
              <a:t>g</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e </a:t>
            </a:r>
            <a:r>
              <a:rPr lang="en-US" sz="2200" b="1" u="none" strike="noStrike">
                <a:solidFill>
                  <a:schemeClr val="dk1"/>
                </a:solidFill>
                <a:effectLst/>
                <a:uFillTx/>
                <a:latin typeface="Times New Roman"/>
                <a:ea typeface="Times New Roman"/>
              </a:rPr>
              <a:t>f</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h</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k</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o</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m</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t</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r</a:t>
            </a:r>
            <a:r>
              <a:rPr lang="en-US" sz="2200" b="1" u="none" strike="noStrike">
                <a:solidFill>
                  <a:schemeClr val="dk1"/>
                </a:solidFill>
                <a:effectLst/>
                <a:uFillTx/>
                <a:latin typeface="Times New Roman"/>
                <a:ea typeface="Times New Roman"/>
              </a:rPr>
              <a:t>y </a:t>
            </a:r>
            <a:r>
              <a:rPr lang="en-US" sz="2200" b="1" u="none" strike="noStrike">
                <a:solidFill>
                  <a:schemeClr val="dk1"/>
                </a:solidFill>
                <a:effectLst/>
                <a:uFillTx/>
                <a:latin typeface="Times New Roman"/>
                <a:ea typeface="Times New Roman"/>
              </a:rPr>
              <a:t>a</a:t>
            </a:r>
            <a:r>
              <a:rPr lang="en-US" sz="2200" b="1" u="none" strike="noStrike">
                <a:solidFill>
                  <a:schemeClr val="dk1"/>
                </a:solidFill>
                <a:effectLst/>
                <a:uFillTx/>
                <a:latin typeface="Times New Roman"/>
                <a:ea typeface="Times New Roman"/>
              </a:rPr>
              <a:t>n</a:t>
            </a:r>
            <a:r>
              <a:rPr lang="en-US" sz="2200" b="1" u="none" strike="noStrike">
                <a:solidFill>
                  <a:schemeClr val="dk1"/>
                </a:solidFill>
                <a:effectLst/>
                <a:uFillTx/>
                <a:latin typeface="Times New Roman"/>
                <a:ea typeface="Times New Roman"/>
              </a:rPr>
              <a:t>d</a:t>
            </a:r>
            <a:r>
              <a:rPr lang="en-US" sz="2200" b="1" u="none" strike="noStrike">
                <a:solidFill>
                  <a:schemeClr val="dk1"/>
                </a:solidFill>
                <a:effectLst/>
                <a:uFillTx/>
                <a:latin typeface="Times New Roman"/>
                <a:ea typeface="Times New Roman"/>
              </a:rPr>
              <a:t> </a:t>
            </a:r>
            <a:r>
              <a:rPr lang="en-US" sz="2200" b="1" u="none" strike="noStrike">
                <a:solidFill>
                  <a:schemeClr val="dk1"/>
                </a:solidFill>
                <a:effectLst/>
                <a:uFillTx/>
                <a:latin typeface="Times New Roman"/>
                <a:ea typeface="Times New Roman"/>
              </a:rPr>
              <a:t>s</a:t>
            </a:r>
            <a:r>
              <a:rPr lang="en-US" sz="2200" b="1" u="none" strike="noStrike">
                <a:solidFill>
                  <a:schemeClr val="dk1"/>
                </a:solidFill>
                <a:effectLst/>
                <a:uFillTx/>
                <a:latin typeface="Times New Roman"/>
                <a:ea typeface="Times New Roman"/>
              </a:rPr>
              <a:t>p</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e</a:t>
            </a:r>
            <a:r>
              <a:rPr lang="en-US" sz="2200" b="1" u="none" strike="noStrike">
                <a:solidFill>
                  <a:schemeClr val="dk1"/>
                </a:solidFill>
                <a:effectLst/>
                <a:uFillTx/>
                <a:latin typeface="Times New Roman"/>
                <a:ea typeface="Times New Roman"/>
              </a:rPr>
              <a:t>c</a:t>
            </a:r>
            <a:r>
              <a:rPr lang="en-US" sz="2200" b="1"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v</a:t>
            </a:r>
            <a:r>
              <a:rPr lang="en-US" sz="2200" b="0" u="none" strike="noStrike">
                <a:solidFill>
                  <a:schemeClr val="dk1"/>
                </a:solidFill>
                <a:effectLst/>
                <a:uFillTx/>
                <a:latin typeface="Times New Roman"/>
                <a:ea typeface="Times New Roman"/>
              </a:rPr>
              <a:t>i</a:t>
            </a:r>
            <a:r>
              <a:rPr lang="en-US" sz="2200" b="0" u="none" strike="noStrike">
                <a:solidFill>
                  <a:schemeClr val="dk1"/>
                </a:solidFill>
                <a:effectLst/>
                <a:uFillTx/>
                <a:latin typeface="Times New Roman"/>
                <a:ea typeface="Times New Roman"/>
              </a:rPr>
              <a:t>d</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00000"/>
              </a:lnSpc>
              <a:spcAft>
                <a:spcPts val="1199"/>
              </a:spcAft>
              <a:buClr>
                <a:srgbClr val="000000"/>
              </a:buClr>
              <a:buFont typeface="Symbol" charset="2"/>
              <a:buChar char=""/>
            </a:pP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o </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n </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o</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p</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y</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s </a:t>
            </a:r>
            <a:r>
              <a:rPr lang="en-US" sz="2200" b="1" u="none" strike="noStrike">
                <a:solidFill>
                  <a:schemeClr val="dk1"/>
                </a:solidFill>
                <a:effectLst/>
                <a:uFillTx/>
                <a:latin typeface="Times New Roman"/>
                <a:ea typeface="Times New Roman"/>
              </a:rPr>
              <a:t>l</a:t>
            </a:r>
            <a:r>
              <a:rPr lang="en-US" sz="2200" b="1" u="none" strike="noStrike">
                <a:solidFill>
                  <a:schemeClr val="dk1"/>
                </a:solidFill>
                <a:effectLst/>
                <a:uFillTx/>
                <a:latin typeface="Times New Roman"/>
                <a:ea typeface="Times New Roman"/>
              </a:rPr>
              <a:t>i</a:t>
            </a:r>
            <a:r>
              <a:rPr lang="en-US" sz="2200" b="1" u="none" strike="noStrike">
                <a:solidFill>
                  <a:schemeClr val="dk1"/>
                </a:solidFill>
                <a:effectLst/>
                <a:uFillTx/>
                <a:latin typeface="Times New Roman"/>
                <a:ea typeface="Times New Roman"/>
              </a:rPr>
              <a:t>v</a:t>
            </a:r>
            <a:r>
              <a:rPr lang="en-US" sz="2200" b="1"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 </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d </a:t>
            </a:r>
            <a:r>
              <a:rPr lang="en-US" sz="2200" b="0" u="none" strike="noStrike">
                <a:solidFill>
                  <a:schemeClr val="dk1"/>
                </a:solidFill>
                <a:effectLst/>
                <a:uFillTx/>
                <a:latin typeface="Times New Roman"/>
                <a:ea typeface="Times New Roman"/>
              </a:rPr>
              <a:t>m</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s</a:t>
            </a:r>
            <a:r>
              <a:rPr lang="en-US" sz="2200" b="0" u="none" strike="noStrike">
                <a:solidFill>
                  <a:schemeClr val="dk1"/>
                </a:solidFill>
                <a:effectLst/>
                <a:uFillTx/>
                <a:latin typeface="Times New Roman"/>
                <a:ea typeface="Times New Roman"/>
              </a:rPr>
              <a:t>u</a:t>
            </a:r>
            <a:r>
              <a:rPr lang="en-US" sz="2200" b="0" u="none" strike="noStrike">
                <a:solidFill>
                  <a:schemeClr val="dk1"/>
                </a:solidFill>
                <a:effectLst/>
                <a:uFillTx/>
                <a:latin typeface="Times New Roman"/>
                <a:ea typeface="Times New Roman"/>
              </a:rPr>
              <a:t>r</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h</a:t>
            </a:r>
            <a:r>
              <a:rPr lang="en-US" sz="2200" b="0" u="none" strike="noStrike">
                <a:solidFill>
                  <a:schemeClr val="dk1"/>
                </a:solidFill>
                <a:effectLst/>
                <a:uFillTx/>
                <a:latin typeface="Times New Roman"/>
                <a:ea typeface="Times New Roman"/>
              </a:rPr>
              <a:t>e </a:t>
            </a:r>
            <a:r>
              <a:rPr lang="en-US" sz="2200" b="0" u="none" strike="noStrike">
                <a:solidFill>
                  <a:schemeClr val="dk1"/>
                </a:solidFill>
                <a:effectLst/>
                <a:uFillTx/>
                <a:latin typeface="Times New Roman"/>
                <a:ea typeface="Times New Roman"/>
              </a:rPr>
              <a:t>l</a:t>
            </a:r>
            <a:r>
              <a:rPr lang="en-US" sz="2200" b="0" u="none" strike="noStrike">
                <a:solidFill>
                  <a:schemeClr val="dk1"/>
                </a:solidFill>
                <a:effectLst/>
                <a:uFillTx/>
                <a:latin typeface="Times New Roman"/>
                <a:ea typeface="Times New Roman"/>
              </a:rPr>
              <a:t>a</a:t>
            </a:r>
            <a:r>
              <a:rPr lang="en-US" sz="2200" b="0" u="none" strike="noStrike">
                <a:solidFill>
                  <a:schemeClr val="dk1"/>
                </a:solidFill>
                <a:effectLst/>
                <a:uFillTx/>
                <a:latin typeface="Times New Roman"/>
                <a:ea typeface="Times New Roman"/>
              </a:rPr>
              <a:t>t</a:t>
            </a:r>
            <a:r>
              <a:rPr lang="en-US" sz="2200" b="0" u="none" strike="noStrike">
                <a:solidFill>
                  <a:schemeClr val="dk1"/>
                </a:solidFill>
                <a:effectLst/>
                <a:uFillTx/>
                <a:latin typeface="Times New Roman"/>
                <a:ea typeface="Times New Roman"/>
              </a:rPr>
              <a:t>e</a:t>
            </a:r>
            <a:r>
              <a:rPr lang="en-US" sz="2200" b="0" u="none" strike="noStrike">
                <a:solidFill>
                  <a:schemeClr val="dk1"/>
                </a:solidFill>
                <a:effectLst/>
                <a:uFillTx/>
                <a:latin typeface="Times New Roman"/>
                <a:ea typeface="Times New Roman"/>
              </a:rPr>
              <a:t>n</a:t>
            </a:r>
            <a:r>
              <a:rPr lang="en-US" sz="2200" b="0" u="none" strike="noStrike">
                <a:solidFill>
                  <a:schemeClr val="dk1"/>
                </a:solidFill>
                <a:effectLst/>
                <a:uFillTx/>
                <a:latin typeface="Times New Roman"/>
                <a:ea typeface="Times New Roman"/>
              </a:rPr>
              <a:t>c</a:t>
            </a:r>
            <a:r>
              <a:rPr lang="en-US" sz="2200" b="0" u="none" strike="noStrike">
                <a:solidFill>
                  <a:schemeClr val="dk1"/>
                </a:solidFill>
                <a:effectLst/>
                <a:uFillTx/>
                <a:latin typeface="Times New Roman"/>
                <a:ea typeface="Times New Roman"/>
              </a:rPr>
              <a:t>y</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p:txBody>
      </p:sp>
      <p:sp>
        <p:nvSpPr>
          <p:cNvPr id="30" name="PlaceHolder 2"/>
          <p:cNvSpPr>
            <a:spLocks noGrp="1"/>
          </p:cNvSpPr>
          <p:nvPr>
            <p:ph type="sldNum" idx="8"/>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7A77550F-5E50-45A4-9E42-1478159EC1CC}"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B</a:t>
            </a:r>
            <a:r>
              <a:rPr lang="en-US" sz="4800" b="1" u="none" strike="noStrike">
                <a:solidFill>
                  <a:schemeClr val="dk2"/>
                </a:solidFill>
                <a:effectLst/>
                <a:uFillTx/>
                <a:latin typeface="Times New Roman"/>
                <a:ea typeface="Times New Roman"/>
              </a:rPr>
              <a:t>A</a:t>
            </a:r>
            <a:r>
              <a:rPr lang="en-US" sz="4800" b="1" u="none" strike="noStrike">
                <a:solidFill>
                  <a:schemeClr val="dk2"/>
                </a:solidFill>
                <a:effectLst/>
                <a:uFillTx/>
                <a:latin typeface="Times New Roman"/>
                <a:ea typeface="Times New Roman"/>
              </a:rPr>
              <a:t>S</a:t>
            </a:r>
            <a:r>
              <a:rPr lang="en-US" sz="4800" b="1" u="none" strike="noStrike">
                <a:solidFill>
                  <a:schemeClr val="dk2"/>
                </a:solidFill>
                <a:effectLst/>
                <a:uFillTx/>
                <a:latin typeface="Times New Roman"/>
                <a:ea typeface="Times New Roman"/>
              </a:rPr>
              <a:t>I</a:t>
            </a:r>
            <a:r>
              <a:rPr lang="en-US" sz="4800" b="1" u="none" strike="noStrike">
                <a:solidFill>
                  <a:schemeClr val="dk2"/>
                </a:solidFill>
                <a:effectLst/>
                <a:uFillTx/>
                <a:latin typeface="Times New Roman"/>
                <a:ea typeface="Times New Roman"/>
              </a:rPr>
              <a:t>C </a:t>
            </a:r>
            <a:r>
              <a:rPr lang="en-US" sz="4800" b="1" u="none" strike="noStrike">
                <a:solidFill>
                  <a:schemeClr val="dk2"/>
                </a:solidFill>
                <a:effectLst/>
                <a:uFillTx/>
                <a:latin typeface="Times New Roman"/>
                <a:ea typeface="Times New Roman"/>
              </a:rPr>
              <a:t>R</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S</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A</a:t>
            </a:r>
            <a:r>
              <a:rPr lang="en-US" sz="4800" b="1" u="none" strike="noStrike">
                <a:solidFill>
                  <a:schemeClr val="dk2"/>
                </a:solidFill>
                <a:effectLst/>
                <a:uFillTx/>
                <a:latin typeface="Times New Roman"/>
                <a:ea typeface="Times New Roman"/>
              </a:rPr>
              <a:t>R</a:t>
            </a:r>
            <a:r>
              <a:rPr lang="en-US" sz="4800" b="1" u="none" strike="noStrike">
                <a:solidFill>
                  <a:schemeClr val="dk2"/>
                </a:solidFill>
                <a:effectLst/>
                <a:uFillTx/>
                <a:latin typeface="Times New Roman"/>
                <a:ea typeface="Times New Roman"/>
              </a:rPr>
              <a:t>C</a:t>
            </a:r>
            <a:r>
              <a:rPr lang="en-US" sz="4800" b="1" u="none" strike="noStrike">
                <a:solidFill>
                  <a:schemeClr val="dk2"/>
                </a:solidFill>
                <a:effectLst/>
                <a:uFillTx/>
                <a:latin typeface="Times New Roman"/>
                <a:ea typeface="Times New Roman"/>
              </a:rPr>
              <a:t>H </a:t>
            </a:r>
            <a:r>
              <a:rPr lang="en-US" sz="4800" b="1" u="none" strike="noStrike">
                <a:solidFill>
                  <a:schemeClr val="dk2"/>
                </a:solidFill>
                <a:effectLst/>
                <a:uFillTx/>
                <a:latin typeface="Times New Roman"/>
                <a:ea typeface="Times New Roman"/>
              </a:rPr>
              <a:t>S</a:t>
            </a:r>
            <a:r>
              <a:rPr lang="en-US" sz="4800" b="1" u="none" strike="noStrike">
                <a:solidFill>
                  <a:schemeClr val="dk2"/>
                </a:solidFill>
                <a:effectLst/>
                <a:uFillTx/>
                <a:latin typeface="Times New Roman"/>
                <a:ea typeface="Times New Roman"/>
              </a:rPr>
              <a:t>U</a:t>
            </a:r>
            <a:r>
              <a:rPr lang="en-US" sz="4800" b="1" u="none" strike="noStrike">
                <a:solidFill>
                  <a:schemeClr val="dk2"/>
                </a:solidFill>
                <a:effectLst/>
                <a:uFillTx/>
                <a:latin typeface="Times New Roman"/>
                <a:ea typeface="Times New Roman"/>
              </a:rPr>
              <a:t>R</a:t>
            </a:r>
            <a:r>
              <a:rPr lang="en-US" sz="4800" b="1" u="none" strike="noStrike">
                <a:solidFill>
                  <a:schemeClr val="dk2"/>
                </a:solidFill>
                <a:effectLst/>
                <a:uFillTx/>
                <a:latin typeface="Times New Roman"/>
                <a:ea typeface="Times New Roman"/>
              </a:rPr>
              <a:t>V</a:t>
            </a:r>
            <a:r>
              <a:rPr lang="en-US" sz="4800" b="1" u="none" strike="noStrike">
                <a:solidFill>
                  <a:schemeClr val="dk2"/>
                </a:solidFill>
                <a:effectLst/>
                <a:uFillTx/>
                <a:latin typeface="Times New Roman"/>
                <a:ea typeface="Times New Roman"/>
              </a:rPr>
              <a:t>E</a:t>
            </a:r>
            <a:r>
              <a:rPr lang="en-US" sz="4800" b="1" u="none" strike="noStrike">
                <a:solidFill>
                  <a:schemeClr val="dk2"/>
                </a:solidFill>
                <a:effectLst/>
                <a:uFillTx/>
                <a:latin typeface="Times New Roman"/>
                <a:ea typeface="Times New Roman"/>
              </a:rPr>
              <a:t>Y</a:t>
            </a:r>
            <a:endParaRPr lang="en-US" sz="4800" b="0" u="none" strike="noStrike">
              <a:solidFill>
                <a:schemeClr val="dk1"/>
              </a:solidFill>
              <a:effectLst/>
              <a:uFillTx/>
              <a:latin typeface="Times New Roman"/>
            </a:endParaRPr>
          </a:p>
        </p:txBody>
      </p:sp>
      <p:graphicFrame>
        <p:nvGraphicFramePr>
          <p:cNvPr id="32" name="table"/>
          <p:cNvGraphicFramePr/>
          <p:nvPr/>
        </p:nvGraphicFramePr>
        <p:xfrm>
          <a:off x="502920" y="1234440"/>
          <a:ext cx="11182680" cy="4204800"/>
        </p:xfrm>
        <a:graphic>
          <a:graphicData uri="http://schemas.openxmlformats.org/drawingml/2006/table">
            <a:tbl>
              <a:tblPr/>
              <a:tblGrid>
                <a:gridCol w="594360"/>
                <a:gridCol w="2331720"/>
                <a:gridCol w="1920240"/>
                <a:gridCol w="2240280"/>
                <a:gridCol w="2057400"/>
                <a:gridCol w="2039040"/>
              </a:tblGrid>
              <a:tr h="0">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S.No</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Paper Title &amp; Year</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Author &amp; Publication</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Technique / Methodology</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Advantages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Limitations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0">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1</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Deep-learning-based segmentation of ball deliveries and tracking in cricket (2022)</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K. Abbas et al., arXiv</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YOLO and MobileNet for delivery segmentation; RetinaNet for ball localisation</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Robust delivery segmentation; curated cricket dataset</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No pitch calibration, so no length, line or speed</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0">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2</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Hawk-Eye tennis system (2003)</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N. Owens, C. Harris, C. Stennett, IEE VIE</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Calibrated high-speed cameras; 3D ballistic reconstruction</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Broadcast-grade bounce and trajectory accuracy</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Needs an installation at the venue; expensive</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0">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3</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TrackNet: tracking high-speed and tiny objects in sports (2019)</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Y.-C. Huang et al., IEEE AVSS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Heatmap CNN over consecutive frames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Finds tiny, blurred balls; handles short occlusions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Fixed camera; needs labelled sequences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0">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4</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TTNet: real-time temporal and spatial video analysis of table tennis (2020)</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R. Voeikov et al., IEEE/CVF CVPR Workshops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Multi-task network: ball detection, event spotting, segmentation</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Real-time; detects events as well as the ball</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Fixed camera; another sport</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bl>
          </a:graphicData>
        </a:graphic>
      </p:graphicFrame>
      <p:sp>
        <p:nvSpPr>
          <p:cNvPr id="33" name="PlaceHolder 2"/>
          <p:cNvSpPr>
            <a:spLocks noGrp="1"/>
          </p:cNvSpPr>
          <p:nvPr>
            <p:ph type="sldNum" idx="9"/>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7B4E68DD-C095-40F2-8B33-47451A0B37DE}"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BASIC RESEARCH SURVEY</a:t>
            </a:r>
            <a:endParaRPr lang="en-US" sz="4800" b="0" u="none" strike="noStrike">
              <a:solidFill>
                <a:schemeClr val="dk1"/>
              </a:solidFill>
              <a:effectLst/>
              <a:uFillTx/>
              <a:latin typeface="Times New Roman"/>
            </a:endParaRPr>
          </a:p>
        </p:txBody>
      </p:sp>
      <p:graphicFrame>
        <p:nvGraphicFramePr>
          <p:cNvPr id="35" name="table"/>
          <p:cNvGraphicFramePr/>
          <p:nvPr/>
        </p:nvGraphicFramePr>
        <p:xfrm>
          <a:off x="502920" y="1234440"/>
          <a:ext cx="11182680" cy="4204800"/>
        </p:xfrm>
        <a:graphic>
          <a:graphicData uri="http://schemas.openxmlformats.org/drawingml/2006/table">
            <a:tbl>
              <a:tblPr/>
              <a:tblGrid>
                <a:gridCol w="594360"/>
                <a:gridCol w="2331720"/>
                <a:gridCol w="1920240"/>
                <a:gridCol w="2240280"/>
                <a:gridCol w="2057400"/>
                <a:gridCol w="2039040"/>
              </a:tblGrid>
              <a:tr h="0">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S.No</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Paper Title &amp; Year</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Author &amp; Publication</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Technique / Methodology</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Advantages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600" b="1" u="none" strike="noStrike">
                          <a:solidFill>
                            <a:schemeClr val="dk2"/>
                          </a:solidFill>
                          <a:effectLst/>
                          <a:uFillTx/>
                          <a:latin typeface="Times New Roman"/>
                          <a:ea typeface="Times New Roman"/>
                        </a:rPr>
                        <a:t>Limitations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0">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5</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Sports field localization via deep structured models (2017)</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N. Homayounfar et al., IEEE CVPR</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Field-line segmentation with a structured model of camera parameters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Calibrates broadcast frames with no clicks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Needs a large field with many lines in view</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0">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6</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Sports camera calibration via synthetic data (2019)</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J. Chen, J. J. Little, IEEE/CVF CVPR Workshops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Learned from synthetic views of the field; feature retrieval and refinement</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Works on broadcast football</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Needs a field model and training data</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0">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7</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BoT-SORT: robust associations multi-pedestrian tracking (2022)</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N. Aharon et al., arXiv</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Kalman tracking with camera-motion compensation and re-identification</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Strong multi-object tracking accuracy</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Camera motion from image features; no roles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0">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8</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CricShotClassify: classifying batting shots from cricket videos (2021)</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A. Sen et al., Sensors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CNN with a gated recurrent unit on shot clips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Good accuracy on labelled shot clips</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600" b="0" u="none" strike="noStrike">
                          <a:solidFill>
                            <a:schemeClr val="dk1"/>
                          </a:solidFill>
                          <a:effectLst/>
                          <a:uFillTx/>
                          <a:latin typeface="Times New Roman"/>
                          <a:ea typeface="Times New Roman"/>
                        </a:rPr>
                        <a:t>Needs a labelled shot set; no pitch geometry</a:t>
                      </a:r>
                      <a:endParaRPr lang="en-US" sz="16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bl>
          </a:graphicData>
        </a:graphic>
      </p:graphicFrame>
      <p:sp>
        <p:nvSpPr>
          <p:cNvPr id="36" name="PlaceHolder 2"/>
          <p:cNvSpPr>
            <a:spLocks noGrp="1"/>
          </p:cNvSpPr>
          <p:nvPr>
            <p:ph type="sldNum" idx="10"/>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46B224C7-89C2-4AA9-88B9-4107A63186A1}"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SYSTEM ARCHITECTURE</a:t>
            </a:r>
            <a:endParaRPr lang="en-US" sz="4800" b="0" u="none" strike="noStrike">
              <a:solidFill>
                <a:schemeClr val="dk1"/>
              </a:solidFill>
              <a:effectLst/>
              <a:uFillTx/>
              <a:latin typeface="Times New Roman"/>
            </a:endParaRPr>
          </a:p>
        </p:txBody>
      </p:sp>
      <p:pic>
        <p:nvPicPr>
          <p:cNvPr id="38" name="architecture" descr="CrickSense architecture: offline passes, live path and verification"/>
          <p:cNvPicPr/>
          <p:nvPr/>
        </p:nvPicPr>
        <p:blipFill>
          <a:blip r:embed="rId1"/>
          <a:stretch/>
        </p:blipFill>
        <p:spPr>
          <a:xfrm>
            <a:off x="2382840" y="1096920"/>
            <a:ext cx="6761160" cy="5348880"/>
          </a:xfrm>
          <a:prstGeom prst="rect">
            <a:avLst/>
          </a:prstGeom>
          <a:noFill/>
          <a:ln w="0">
            <a:noFill/>
          </a:ln>
        </p:spPr>
      </p:pic>
      <p:sp>
        <p:nvSpPr>
          <p:cNvPr id="39" name="PlaceHolder 2"/>
          <p:cNvSpPr>
            <a:spLocks noGrp="1"/>
          </p:cNvSpPr>
          <p:nvPr>
            <p:ph type="sldNum" idx="11"/>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2A0630E9-B372-4D8C-AC23-38EBBC07AC07}"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PROPOSED METHODOLOGY</a:t>
            </a:r>
            <a:endParaRPr lang="en-US" sz="4800" b="0" u="none" strike="noStrike">
              <a:solidFill>
                <a:schemeClr val="dk1"/>
              </a:solidFill>
              <a:effectLst/>
              <a:uFillTx/>
              <a:latin typeface="Times New Roman"/>
            </a:endParaRPr>
          </a:p>
        </p:txBody>
      </p:sp>
      <p:sp>
        <p:nvSpPr>
          <p:cNvPr id="41" name="pipeline"/>
          <p:cNvSpPr/>
          <p:nvPr/>
        </p:nvSpPr>
        <p:spPr>
          <a:xfrm>
            <a:off x="502920" y="1143000"/>
            <a:ext cx="111826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Times New Roman"/>
                <a:ea typeface="Times New Roman"/>
              </a:rPr>
              <a:t>Video</a:t>
            </a:r>
            <a:r>
              <a:rPr lang="en-US" sz="1600" b="0" u="none" strike="noStrike">
                <a:solidFill>
                  <a:srgbClr val="7F7F7F"/>
                </a:solidFill>
                <a:effectLst/>
                <a:uFillTx/>
                <a:latin typeface="Times New Roman"/>
                <a:ea typeface="Times New Roman"/>
              </a:rPr>
              <a:t>  →  </a:t>
            </a:r>
            <a:r>
              <a:rPr lang="en-US" sz="1600" b="1" u="none" strike="noStrike">
                <a:solidFill>
                  <a:schemeClr val="dk2"/>
                </a:solidFill>
                <a:effectLst/>
                <a:uFillTx/>
                <a:latin typeface="Times New Roman"/>
                <a:ea typeface="Times New Roman"/>
              </a:rPr>
              <a:t>Calibrate</a:t>
            </a:r>
            <a:r>
              <a:rPr lang="en-US" sz="1600" b="0" u="none" strike="noStrike">
                <a:solidFill>
                  <a:srgbClr val="7F7F7F"/>
                </a:solidFill>
                <a:effectLst/>
                <a:uFillTx/>
                <a:latin typeface="Times New Roman"/>
                <a:ea typeface="Times New Roman"/>
              </a:rPr>
              <a:t>  →  </a:t>
            </a:r>
            <a:r>
              <a:rPr lang="en-US" sz="1600" b="1" u="none" strike="noStrike">
                <a:solidFill>
                  <a:schemeClr val="dk2"/>
                </a:solidFill>
                <a:effectLst/>
                <a:uFillTx/>
                <a:latin typeface="Times New Roman"/>
                <a:ea typeface="Times New Roman"/>
              </a:rPr>
              <a:t>Score bar</a:t>
            </a:r>
            <a:r>
              <a:rPr lang="en-US" sz="1600" b="0" u="none" strike="noStrike">
                <a:solidFill>
                  <a:srgbClr val="7F7F7F"/>
                </a:solidFill>
                <a:effectLst/>
                <a:uFillTx/>
                <a:latin typeface="Times New Roman"/>
                <a:ea typeface="Times New Roman"/>
              </a:rPr>
              <a:t>  →  Players  →  Ball  →  Pose  →  Fuse  →  Commentary  →  Voice  →  Render  →  Live</a:t>
            </a:r>
            <a:endParaRPr lang="en-US" sz="1600" b="0" u="none" strike="noStrike">
              <a:solidFill>
                <a:srgbClr val="000000"/>
              </a:solidFill>
              <a:effectLst/>
              <a:uFillTx/>
              <a:latin typeface="Arial"/>
            </a:endParaRPr>
          </a:p>
        </p:txBody>
      </p:sp>
      <p:sp>
        <p:nvSpPr>
          <p:cNvPr id="42" name="points"/>
          <p:cNvSpPr/>
          <p:nvPr/>
        </p:nvSpPr>
        <p:spPr>
          <a:xfrm>
            <a:off x="502920" y="1783080"/>
            <a:ext cx="11182680" cy="466308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00000"/>
              </a:lnSpc>
              <a:spcAft>
                <a:spcPts val="1400"/>
              </a:spcAft>
              <a:buClr>
                <a:srgbClr val="000000"/>
              </a:buClr>
              <a:buFont typeface="Symbol" charset="2"/>
              <a:buChar char=""/>
            </a:pPr>
            <a:r>
              <a:rPr lang="en-US" sz="2200" b="1" u="none" strike="noStrike">
                <a:solidFill>
                  <a:schemeClr val="dk1"/>
                </a:solidFill>
                <a:effectLst/>
                <a:uFillTx/>
                <a:latin typeface="Times New Roman"/>
                <a:ea typeface="Times New Roman"/>
              </a:rPr>
              <a:t>Input:</a:t>
            </a:r>
            <a:r>
              <a:rPr lang="en-US" sz="2200" b="0" u="none" strike="noStrike">
                <a:solidFill>
                  <a:schemeClr val="dk1"/>
                </a:solidFill>
                <a:effectLst/>
                <a:uFillTx/>
                <a:latin typeface="Times New Roman"/>
                <a:ea typeface="Times New Roman"/>
              </a:rPr>
              <a:t> a broadcast clip or a whole match (MP4, 1080p, 25 fps) or a live stream, with the match's team sheet.</a:t>
            </a:r>
            <a:endParaRPr lang="en-US" sz="2200" b="0" u="none" strike="noStrike">
              <a:solidFill>
                <a:srgbClr val="000000"/>
              </a:solidFill>
              <a:effectLst/>
              <a:uFillTx/>
              <a:latin typeface="Arial"/>
            </a:endParaRPr>
          </a:p>
          <a:p>
            <a:pPr marL="343080" indent="-343080" algn="just" defTabSz="914400">
              <a:lnSpc>
                <a:spcPct val="100000"/>
              </a:lnSpc>
              <a:spcAft>
                <a:spcPts val="1400"/>
              </a:spcAft>
              <a:buClr>
                <a:srgbClr val="000000"/>
              </a:buClr>
              <a:buFont typeface="Symbol" charset="2"/>
              <a:buChar char=""/>
            </a:pPr>
            <a:r>
              <a:rPr lang="en-US" sz="2200" b="1" u="none" strike="noStrike">
                <a:solidFill>
                  <a:schemeClr val="dk1"/>
                </a:solidFill>
                <a:effectLst/>
                <a:uFillTx/>
                <a:latin typeface="Times New Roman"/>
                <a:ea typeface="Times New Roman"/>
              </a:rPr>
              <a:t>Calibration:</a:t>
            </a:r>
            <a:r>
              <a:rPr lang="en-US" sz="2200" b="0" u="none" strike="noStrike">
                <a:solidFill>
                  <a:schemeClr val="dk1"/>
                </a:solidFill>
                <a:effectLst/>
                <a:uFillTx/>
                <a:latin typeface="Times New Roman"/>
                <a:ea typeface="Times New Roman"/>
              </a:rPr>
              <a:t> white-line candidates from the </a:t>
            </a:r>
            <a:r>
              <a:rPr lang="en-US" sz="2200" b="1" u="none" strike="noStrike">
                <a:solidFill>
                  <a:schemeClr val="dk1"/>
                </a:solidFill>
                <a:effectLst/>
                <a:uFillTx/>
                <a:latin typeface="Times New Roman"/>
                <a:ea typeface="Times New Roman"/>
              </a:rPr>
              <a:t>painted creases</a:t>
            </a:r>
            <a:r>
              <a:rPr lang="en-US" sz="2200" b="0" u="none" strike="noStrike">
                <a:solidFill>
                  <a:schemeClr val="dk1"/>
                </a:solidFill>
                <a:effectLst/>
                <a:uFillTx/>
                <a:latin typeface="Times New Roman"/>
                <a:ea typeface="Times New Roman"/>
              </a:rPr>
              <a:t> give hypotheses for the crease corners; each defines a </a:t>
            </a:r>
            <a:r>
              <a:rPr lang="en-US" sz="2200" b="1" u="none" strike="noStrike">
                <a:solidFill>
                  <a:schemeClr val="dk1"/>
                </a:solidFill>
                <a:effectLst/>
                <a:uFillTx/>
                <a:latin typeface="Times New Roman"/>
                <a:ea typeface="Times New Roman"/>
              </a:rPr>
              <a:t>homography</a:t>
            </a:r>
            <a:r>
              <a:rPr lang="en-US" sz="2200" b="0" u="none" strike="noStrike">
                <a:solidFill>
                  <a:schemeClr val="dk1"/>
                </a:solidFill>
                <a:effectLst/>
                <a:uFillTx/>
                <a:latin typeface="Times New Roman"/>
                <a:ea typeface="Times New Roman"/>
              </a:rPr>
              <a:t> from image pixels to pitch metres, scored by how much of the regulation creases lands on paint. A camera view is accepted only with two strong agreeing frames.</a:t>
            </a:r>
            <a:endParaRPr lang="en-US" sz="2200" b="0" u="none" strike="noStrike">
              <a:solidFill>
                <a:srgbClr val="000000"/>
              </a:solidFill>
              <a:effectLst/>
              <a:uFillTx/>
              <a:latin typeface="Arial"/>
            </a:endParaRPr>
          </a:p>
          <a:p>
            <a:pPr marL="343080" indent="-343080" algn="just" defTabSz="914400">
              <a:lnSpc>
                <a:spcPct val="100000"/>
              </a:lnSpc>
              <a:spcAft>
                <a:spcPts val="1400"/>
              </a:spcAft>
              <a:buClr>
                <a:srgbClr val="000000"/>
              </a:buClr>
              <a:buFont typeface="Symbol" charset="2"/>
              <a:buChar char=""/>
            </a:pPr>
            <a:r>
              <a:rPr lang="en-US" sz="2200" b="1" u="none" strike="noStrike">
                <a:solidFill>
                  <a:schemeClr val="dk1"/>
                </a:solidFill>
                <a:effectLst/>
                <a:uFillTx/>
                <a:latin typeface="Times New Roman"/>
                <a:ea typeface="Times New Roman"/>
              </a:rPr>
              <a:t>Camera tracking:</a:t>
            </a:r>
            <a:r>
              <a:rPr lang="en-US" sz="2200" b="0" u="none" strike="noStrike">
                <a:solidFill>
                  <a:schemeClr val="dk1"/>
                </a:solidFill>
                <a:effectLst/>
                <a:uFillTx/>
                <a:latin typeface="Times New Roman"/>
                <a:ea typeface="Times New Roman"/>
              </a:rPr>
              <a:t> every frame is registered to the reference views with </a:t>
            </a:r>
            <a:r>
              <a:rPr lang="en-US" sz="2200" b="1" u="none" strike="noStrike">
                <a:solidFill>
                  <a:schemeClr val="dk1"/>
                </a:solidFill>
                <a:effectLst/>
                <a:uFillTx/>
                <a:latin typeface="Times New Roman"/>
                <a:ea typeface="Times New Roman"/>
              </a:rPr>
              <a:t>ORB features and RANSAC</a:t>
            </a:r>
            <a:r>
              <a:rPr lang="en-US" sz="2200" b="0" u="none" strike="noStrike">
                <a:solidFill>
                  <a:schemeClr val="dk1"/>
                </a:solidFill>
                <a:effectLst/>
                <a:uFillTx/>
                <a:latin typeface="Times New Roman"/>
                <a:ea typeface="Times New Roman"/>
              </a:rPr>
              <a:t>, and smoothed with a Savitzky-Golay filter.</a:t>
            </a:r>
            <a:endParaRPr lang="en-US" sz="2200" b="0" u="none" strike="noStrike">
              <a:solidFill>
                <a:srgbClr val="000000"/>
              </a:solidFill>
              <a:effectLst/>
              <a:uFillTx/>
              <a:latin typeface="Arial"/>
            </a:endParaRPr>
          </a:p>
          <a:p>
            <a:pPr marL="343080" indent="-343080" algn="just" defTabSz="914400">
              <a:lnSpc>
                <a:spcPct val="100000"/>
              </a:lnSpc>
              <a:spcAft>
                <a:spcPts val="1400"/>
              </a:spcAft>
              <a:buClr>
                <a:srgbClr val="000000"/>
              </a:buClr>
              <a:buFont typeface="Symbol" charset="2"/>
              <a:buChar char=""/>
            </a:pPr>
            <a:r>
              <a:rPr lang="en-US" sz="2200" b="1" u="none" strike="noStrike">
                <a:solidFill>
                  <a:schemeClr val="dk1"/>
                </a:solidFill>
                <a:effectLst/>
                <a:uFillTx/>
                <a:latin typeface="Times New Roman"/>
                <a:ea typeface="Times New Roman"/>
              </a:rPr>
              <a:t>Score bar:</a:t>
            </a:r>
            <a:r>
              <a:rPr lang="en-US" sz="2200" b="0" u="none" strike="noStrike">
                <a:solidFill>
                  <a:schemeClr val="dk1"/>
                </a:solidFill>
                <a:effectLst/>
                <a:uFillTx/>
                <a:latin typeface="Times New Roman"/>
                <a:ea typeface="Times New Roman"/>
              </a:rPr>
              <a:t> the broadcaster's layout fields and the score box found by colour, read with </a:t>
            </a:r>
            <a:r>
              <a:rPr lang="en-US" sz="2200" b="1" u="none" strike="noStrike">
                <a:solidFill>
                  <a:schemeClr val="dk1"/>
                </a:solidFill>
                <a:effectLst/>
                <a:uFillTx/>
                <a:latin typeface="Times New Roman"/>
                <a:ea typeface="Times New Roman"/>
              </a:rPr>
              <a:t>Tesseract and font templates</a:t>
            </a:r>
            <a:r>
              <a:rPr lang="en-US" sz="2200" b="0" u="none" strike="noStrike">
                <a:solidFill>
                  <a:schemeClr val="dk1"/>
                </a:solidFill>
                <a:effectLst/>
                <a:uFillTx/>
                <a:latin typeface="Times New Roman"/>
                <a:ea typeface="Times New Roman"/>
              </a:rPr>
              <a:t>; a state is trusted only if stable and plausible.</a:t>
            </a:r>
            <a:endParaRPr lang="en-US" sz="2200" b="0" u="none" strike="noStrike">
              <a:solidFill>
                <a:srgbClr val="000000"/>
              </a:solidFill>
              <a:effectLst/>
              <a:uFillTx/>
              <a:latin typeface="Arial"/>
            </a:endParaRPr>
          </a:p>
        </p:txBody>
      </p:sp>
      <p:sp>
        <p:nvSpPr>
          <p:cNvPr id="43" name="PlaceHolder 2"/>
          <p:cNvSpPr>
            <a:spLocks noGrp="1"/>
          </p:cNvSpPr>
          <p:nvPr>
            <p:ph type="sldNum" idx="12"/>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0EB7821B-5A38-4CE1-B11F-AF1A9A619171}"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TOOLS AND TECHNIQUES</a:t>
            </a:r>
            <a:endParaRPr lang="en-US" sz="4800" b="0" u="none" strike="noStrike">
              <a:solidFill>
                <a:schemeClr val="dk1"/>
              </a:solidFill>
              <a:effectLst/>
              <a:uFillTx/>
              <a:latin typeface="Times New Roman"/>
            </a:endParaRPr>
          </a:p>
        </p:txBody>
      </p:sp>
      <p:sp>
        <p:nvSpPr>
          <p:cNvPr id="45" name="Tools"/>
          <p:cNvSpPr/>
          <p:nvPr/>
        </p:nvSpPr>
        <p:spPr>
          <a:xfrm>
            <a:off x="502920" y="1325880"/>
            <a:ext cx="11182680" cy="127980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00000"/>
              </a:lnSpc>
              <a:spcAft>
                <a:spcPts val="601"/>
              </a:spcAft>
              <a:buClr>
                <a:srgbClr val="000000"/>
              </a:buClr>
              <a:buFont typeface="Symbol" charset="2"/>
              <a:buChar char=""/>
            </a:pPr>
            <a:r>
              <a:rPr lang="en-US" sz="2100" b="1" u="none" strike="noStrike">
                <a:solidFill>
                  <a:schemeClr val="dk1"/>
                </a:solidFill>
                <a:effectLst/>
                <a:uFillTx/>
                <a:latin typeface="Times New Roman"/>
                <a:ea typeface="Times New Roman"/>
              </a:rPr>
              <a:t>Tools</a:t>
            </a:r>
            <a:endParaRPr lang="en-US" sz="2100" b="0" u="none" strike="noStrike">
              <a:solidFill>
                <a:srgbClr val="000000"/>
              </a:solidFill>
              <a:effectLst/>
              <a:uFillTx/>
              <a:latin typeface="Arial"/>
            </a:endParaRPr>
          </a:p>
          <a:p>
            <a:pPr algn="just" defTabSz="914400">
              <a:lnSpc>
                <a:spcPct val="100000"/>
              </a:lnSpc>
              <a:spcAft>
                <a:spcPts val="601"/>
              </a:spcAft>
              <a:tabLst>
                <a:tab pos="0" algn="l"/>
              </a:tabLst>
            </a:pPr>
            <a:r>
              <a:rPr lang="en-US" sz="2100" b="0" u="none" strike="noStrike">
                <a:solidFill>
                  <a:schemeClr val="dk1"/>
                </a:solidFill>
                <a:effectLst/>
                <a:uFillTx/>
                <a:latin typeface="Times New Roman"/>
                <a:ea typeface="Times New Roman"/>
              </a:rPr>
              <a:t>Python, OpenCV, PyTorch, Ultralytics YOLOv8 / YOLO11, BoT-SORT, Tesseract OCR, Gemini API, Kokoro TTS, Demucs, FFmpeg, PostgreSQL, FastAPI</a:t>
            </a:r>
            <a:endParaRPr lang="en-US" sz="2100" b="0" u="none" strike="noStrike">
              <a:solidFill>
                <a:srgbClr val="000000"/>
              </a:solidFill>
              <a:effectLst/>
              <a:uFillTx/>
              <a:latin typeface="Arial"/>
            </a:endParaRPr>
          </a:p>
        </p:txBody>
      </p:sp>
      <p:sp>
        <p:nvSpPr>
          <p:cNvPr id="46" name="Techniques"/>
          <p:cNvSpPr/>
          <p:nvPr/>
        </p:nvSpPr>
        <p:spPr>
          <a:xfrm>
            <a:off x="502920" y="2743200"/>
            <a:ext cx="11182680" cy="169128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00000"/>
              </a:lnSpc>
              <a:spcAft>
                <a:spcPts val="601"/>
              </a:spcAft>
              <a:buClr>
                <a:srgbClr val="000000"/>
              </a:buClr>
              <a:buFont typeface="Symbol" charset="2"/>
              <a:buChar char=""/>
            </a:pPr>
            <a:r>
              <a:rPr lang="en-US" sz="2100" b="1" u="none" strike="noStrike">
                <a:solidFill>
                  <a:schemeClr val="dk1"/>
                </a:solidFill>
                <a:effectLst/>
                <a:uFillTx/>
                <a:latin typeface="Times New Roman"/>
                <a:ea typeface="Times New Roman"/>
              </a:rPr>
              <a:t>Techniques</a:t>
            </a:r>
            <a:endParaRPr lang="en-US" sz="2100" b="0" u="none" strike="noStrike">
              <a:solidFill>
                <a:srgbClr val="000000"/>
              </a:solidFill>
              <a:effectLst/>
              <a:uFillTx/>
              <a:latin typeface="Arial"/>
            </a:endParaRPr>
          </a:p>
          <a:p>
            <a:pPr algn="just" defTabSz="914400">
              <a:lnSpc>
                <a:spcPct val="100000"/>
              </a:lnSpc>
              <a:spcAft>
                <a:spcPts val="601"/>
              </a:spcAft>
              <a:tabLst>
                <a:tab pos="0" algn="l"/>
              </a:tabLst>
            </a:pPr>
            <a:r>
              <a:rPr lang="en-US" sz="2100" b="0" u="none" strike="noStrike">
                <a:solidFill>
                  <a:schemeClr val="dk1"/>
                </a:solidFill>
                <a:effectLst/>
                <a:uFillTx/>
                <a:latin typeface="Times New Roman"/>
                <a:ea typeface="Times New Roman"/>
              </a:rPr>
              <a:t>Homography calibration from the painted creases, ORB + RANSAC camera tracking, optical flow, multi-object tracking with role assignment, physically constrained ball tracking and time-of-flight speed, OCR with font templates, a rule-based score engine, fact-checked language generation, FP16 inference</a:t>
            </a:r>
            <a:endParaRPr lang="en-US" sz="2100" b="0" u="none" strike="noStrike">
              <a:solidFill>
                <a:srgbClr val="000000"/>
              </a:solidFill>
              <a:effectLst/>
              <a:uFillTx/>
              <a:latin typeface="Arial"/>
            </a:endParaRPr>
          </a:p>
        </p:txBody>
      </p:sp>
      <p:sp>
        <p:nvSpPr>
          <p:cNvPr id="47" name="Datasets"/>
          <p:cNvSpPr/>
          <p:nvPr/>
        </p:nvSpPr>
        <p:spPr>
          <a:xfrm>
            <a:off x="502920" y="4617720"/>
            <a:ext cx="11182680" cy="146268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00000"/>
              </a:lnSpc>
              <a:spcAft>
                <a:spcPts val="601"/>
              </a:spcAft>
              <a:buClr>
                <a:srgbClr val="000000"/>
              </a:buClr>
              <a:buFont typeface="Symbol" charset="2"/>
              <a:buChar char=""/>
            </a:pPr>
            <a:r>
              <a:rPr lang="en-US" sz="2100" b="1" u="none" strike="noStrike">
                <a:solidFill>
                  <a:schemeClr val="dk1"/>
                </a:solidFill>
                <a:effectLst/>
                <a:uFillTx/>
                <a:latin typeface="Times New Roman"/>
                <a:ea typeface="Times New Roman"/>
              </a:rPr>
              <a:t>Datasets</a:t>
            </a:r>
            <a:endParaRPr lang="en-US" sz="2100" b="0" u="none" strike="noStrike">
              <a:solidFill>
                <a:srgbClr val="000000"/>
              </a:solidFill>
              <a:effectLst/>
              <a:uFillTx/>
              <a:latin typeface="Arial"/>
            </a:endParaRPr>
          </a:p>
          <a:p>
            <a:pPr algn="just" defTabSz="914400">
              <a:lnSpc>
                <a:spcPct val="100000"/>
              </a:lnSpc>
              <a:spcAft>
                <a:spcPts val="601"/>
              </a:spcAft>
              <a:tabLst>
                <a:tab pos="0" algn="l"/>
              </a:tabLst>
            </a:pPr>
            <a:r>
              <a:rPr lang="en-US" sz="2100" b="0" u="none" strike="noStrike">
                <a:solidFill>
                  <a:schemeClr val="dk1"/>
                </a:solidFill>
                <a:effectLst/>
                <a:uFillTx/>
                <a:latin typeface="Times New Roman"/>
                <a:ea typeface="Times New Roman"/>
              </a:rPr>
              <a:t>ICC Men's T20 World Cup 2024 broadcasts (the final and a Super 8 match); three hand-verified answer-key clips; 20 random benchmark clips; 94 hand-reviewed frames for fine-tuning the ball model</a:t>
            </a:r>
            <a:endParaRPr lang="en-US" sz="2100" b="0" u="none" strike="noStrike">
              <a:solidFill>
                <a:srgbClr val="000000"/>
              </a:solidFill>
              <a:effectLst/>
              <a:uFillTx/>
              <a:latin typeface="Arial"/>
            </a:endParaRPr>
          </a:p>
        </p:txBody>
      </p:sp>
      <p:sp>
        <p:nvSpPr>
          <p:cNvPr id="48" name="PlaceHolder 2"/>
          <p:cNvSpPr>
            <a:spLocks noGrp="1"/>
          </p:cNvSpPr>
          <p:nvPr>
            <p:ph type="sldNum" idx="13"/>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4743FD1F-5486-4B78-83DB-6773CE91325C}"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RESULTS</a:t>
            </a:r>
            <a:endParaRPr lang="en-US" sz="4800" b="0" u="none" strike="noStrike">
              <a:solidFill>
                <a:schemeClr val="dk1"/>
              </a:solidFill>
              <a:effectLst/>
              <a:uFillTx/>
              <a:latin typeface="Times New Roman"/>
            </a:endParaRPr>
          </a:p>
        </p:txBody>
      </p:sp>
      <p:graphicFrame>
        <p:nvGraphicFramePr>
          <p:cNvPr id="50" name="table"/>
          <p:cNvGraphicFramePr/>
          <p:nvPr/>
        </p:nvGraphicFramePr>
        <p:xfrm>
          <a:off x="502920" y="1234440"/>
          <a:ext cx="11182680" cy="4937760"/>
        </p:xfrm>
        <a:graphic>
          <a:graphicData uri="http://schemas.openxmlformats.org/drawingml/2006/table">
            <a:tbl>
              <a:tblPr/>
              <a:tblGrid>
                <a:gridCol w="5212080"/>
                <a:gridCol w="5970960"/>
              </a:tblGrid>
              <a:tr h="548640">
                <a:tc>
                  <a:txBody>
                    <a:bodyPr lIns="54720" tIns="54720" rIns="54720" bIns="54720" anchor="ctr">
                      <a:noAutofit/>
                    </a:bodyPr>
                    <a:p>
                      <a:pPr algn="ctr" defTabSz="914400">
                        <a:lnSpc>
                          <a:spcPct val="100000"/>
                        </a:lnSpc>
                        <a:tabLst>
                          <a:tab pos="0" algn="l"/>
                        </a:tabLst>
                      </a:pPr>
                      <a:r>
                        <a:rPr lang="en-US" sz="1900" b="1" u="none" strike="noStrike">
                          <a:solidFill>
                            <a:schemeClr val="dk2"/>
                          </a:solidFill>
                          <a:effectLst/>
                          <a:uFillTx/>
                          <a:latin typeface="Times New Roman"/>
                          <a:ea typeface="Times New Roman"/>
                        </a:rPr>
                        <a:t>Measure</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algn="ctr" defTabSz="914400">
                        <a:lnSpc>
                          <a:spcPct val="100000"/>
                        </a:lnSpc>
                        <a:tabLst>
                          <a:tab pos="0" algn="l"/>
                        </a:tabLst>
                      </a:pPr>
                      <a:r>
                        <a:rPr lang="en-US" sz="1900" b="1" u="none" strike="noStrike">
                          <a:solidFill>
                            <a:schemeClr val="dk2"/>
                          </a:solidFill>
                          <a:effectLst/>
                          <a:uFillTx/>
                          <a:latin typeface="Times New Roman"/>
                          <a:ea typeface="Times New Roman"/>
                        </a:rPr>
                        <a:t>Result</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548640">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Calibration vs hand-clicked crease corners</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7 of 8 corners within 3.3 px</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548640">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20 random clips of the final, no clicks</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14 calibrated, none wrongly</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548640">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Score bar over two whole matches</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all 4 final scores exact (176-7, 169-8, 205-5, 181-7)</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548640">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Deliveries on three answer-key clips</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21 / 21 found, 21 / 21 outcomes right</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548640">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Score engine against the score bar</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230 / 230 checks agree</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548640">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Our speed estimate vs radar</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5.7% median error on the final (8.3% over both matches)</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548640">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Player identities (development clip)</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51 identities for 51 appearances</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r h="548640">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TV commentators removed (Demucs, 2 passes)</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900" b="0" u="none" strike="noStrike">
                          <a:solidFill>
                            <a:schemeClr val="dk1"/>
                          </a:solidFill>
                          <a:effectLst/>
                          <a:uFillTx/>
                          <a:latin typeface="Times New Roman"/>
                          <a:ea typeface="Times New Roman"/>
                        </a:rPr>
                        <a:t>voice between our lines: 213 s → 0 s</a:t>
                      </a:r>
                      <a:endParaRPr lang="en-US" sz="1900" b="0" u="none" strike="noStrike">
                        <a:solidFill>
                          <a:srgbClr val="000000"/>
                        </a:solidFill>
                        <a:effectLst/>
                        <a:uFillTx/>
                        <a:latin typeface="Arial"/>
                      </a:endParaRPr>
                    </a:p>
                  </a:txBody>
                  <a:tcPr anchor="ctr" marL="54720" marR="54720" marT="54720" marB="5472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noFill/>
                  </a:tcPr>
                </a:tc>
              </a:tr>
            </a:tbl>
          </a:graphicData>
        </a:graphic>
      </p:graphicFrame>
      <p:sp>
        <p:nvSpPr>
          <p:cNvPr id="51" name="PlaceHolder 2"/>
          <p:cNvSpPr>
            <a:spLocks noGrp="1"/>
          </p:cNvSpPr>
          <p:nvPr>
            <p:ph type="sldNum" idx="14"/>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2853A568-7DB7-44F0-AB39-D2E898D84892}"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RESULTS</a:t>
            </a:r>
            <a:endParaRPr lang="en-US" sz="4800" b="0" u="none" strike="noStrike">
              <a:solidFill>
                <a:schemeClr val="dk1"/>
              </a:solidFill>
              <a:effectLst/>
              <a:uFillTx/>
              <a:latin typeface="Times New Roman"/>
            </a:endParaRPr>
          </a:p>
        </p:txBody>
      </p:sp>
      <p:pic>
        <p:nvPicPr>
          <p:cNvPr id="53" name="overlay.jpg" descr="Ball 12.1, Nortje to Kohli: named players, the striker's pose, the ball's path and bounce, and the delivery card"/>
          <p:cNvPicPr/>
          <p:nvPr/>
        </p:nvPicPr>
        <p:blipFill>
          <a:blip r:embed="rId1"/>
          <a:stretch/>
        </p:blipFill>
        <p:spPr>
          <a:xfrm>
            <a:off x="1650960" y="1234440"/>
            <a:ext cx="8859240" cy="4983120"/>
          </a:xfrm>
          <a:prstGeom prst="rect">
            <a:avLst/>
          </a:prstGeom>
          <a:noFill/>
          <a:ln w="0">
            <a:noFill/>
          </a:ln>
        </p:spPr>
      </p:pic>
      <p:sp>
        <p:nvSpPr>
          <p:cNvPr id="54" name="Text 1"/>
          <p:cNvSpPr/>
          <p:nvPr/>
        </p:nvSpPr>
        <p:spPr>
          <a:xfrm>
            <a:off x="1468080" y="6263640"/>
            <a:ext cx="92250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Ball 12.1, Nortje to Kohli: named players, the striker's pose, the ball's path and bounce, and the delivery card</a:t>
            </a:r>
            <a:endParaRPr lang="en-US" sz="1400" b="0" u="none" strike="noStrike">
              <a:solidFill>
                <a:srgbClr val="000000"/>
              </a:solidFill>
              <a:effectLst/>
              <a:uFillTx/>
              <a:latin typeface="Arial"/>
            </a:endParaRPr>
          </a:p>
        </p:txBody>
      </p:sp>
      <p:sp>
        <p:nvSpPr>
          <p:cNvPr id="55" name="PlaceHolder 2"/>
          <p:cNvSpPr>
            <a:spLocks noGrp="1"/>
          </p:cNvSpPr>
          <p:nvPr>
            <p:ph type="sldNum" idx="15"/>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A32ECA72-C13B-46BB-81FF-DC9D7D0AD8BC}"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RESULTS</a:t>
            </a:r>
            <a:endParaRPr lang="en-US" sz="4800" b="0" u="none" strike="noStrike">
              <a:solidFill>
                <a:schemeClr val="dk1"/>
              </a:solidFill>
              <a:effectLst/>
              <a:uFillTx/>
              <a:latin typeface="Times New Roman"/>
            </a:endParaRPr>
          </a:p>
        </p:txBody>
      </p:sp>
      <p:pic>
        <p:nvPicPr>
          <p:cNvPr id="57" name="calibration.jpg" descr="Automatic calibration: creases projected through the homography"/>
          <p:cNvPicPr/>
          <p:nvPr/>
        </p:nvPicPr>
        <p:blipFill>
          <a:blip r:embed="rId1"/>
          <a:stretch/>
        </p:blipFill>
        <p:spPr>
          <a:xfrm>
            <a:off x="502920" y="1325880"/>
            <a:ext cx="4571640" cy="2817360"/>
          </a:xfrm>
          <a:prstGeom prst="rect">
            <a:avLst/>
          </a:prstGeom>
          <a:noFill/>
          <a:ln w="0">
            <a:noFill/>
          </a:ln>
        </p:spPr>
      </p:pic>
      <p:sp>
        <p:nvSpPr>
          <p:cNvPr id="58" name="Text 1"/>
          <p:cNvSpPr/>
          <p:nvPr/>
        </p:nvSpPr>
        <p:spPr>
          <a:xfrm>
            <a:off x="320040" y="4189320"/>
            <a:ext cx="4937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Automatic calibration: creases projected through the homography</a:t>
            </a:r>
            <a:endParaRPr lang="en-US" sz="1400" b="0" u="none" strike="noStrike">
              <a:solidFill>
                <a:srgbClr val="000000"/>
              </a:solidFill>
              <a:effectLst/>
              <a:uFillTx/>
              <a:latin typeface="Arial"/>
            </a:endParaRPr>
          </a:p>
        </p:txBody>
      </p:sp>
      <p:pic>
        <p:nvPicPr>
          <p:cNvPr id="59" name="pitch_map.png" descr="Pitch map: bounce, length, line, speed and result per ball"/>
          <p:cNvPicPr/>
          <p:nvPr/>
        </p:nvPicPr>
        <p:blipFill>
          <a:blip r:embed="rId2"/>
          <a:stretch/>
        </p:blipFill>
        <p:spPr>
          <a:xfrm>
            <a:off x="5394960" y="1325880"/>
            <a:ext cx="6290640" cy="3557160"/>
          </a:xfrm>
          <a:prstGeom prst="rect">
            <a:avLst/>
          </a:prstGeom>
          <a:noFill/>
          <a:ln w="0">
            <a:noFill/>
          </a:ln>
        </p:spPr>
      </p:pic>
      <p:sp>
        <p:nvSpPr>
          <p:cNvPr id="60" name="Text 2"/>
          <p:cNvSpPr/>
          <p:nvPr/>
        </p:nvSpPr>
        <p:spPr>
          <a:xfrm>
            <a:off x="5212080" y="4929120"/>
            <a:ext cx="6656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Pitch map: bounce, length, line, speed and result per ball</a:t>
            </a:r>
            <a:endParaRPr lang="en-US" sz="1400" b="0" u="none" strike="noStrike">
              <a:solidFill>
                <a:srgbClr val="000000"/>
              </a:solidFill>
              <a:effectLst/>
              <a:uFillTx/>
              <a:latin typeface="Arial"/>
            </a:endParaRPr>
          </a:p>
        </p:txBody>
      </p:sp>
      <p:pic>
        <p:nvPicPr>
          <p:cNvPr id="61" name="scorebar.png" descr="Score-bar fields read every 0.5 s"/>
          <p:cNvPicPr/>
          <p:nvPr/>
        </p:nvPicPr>
        <p:blipFill>
          <a:blip r:embed="rId3"/>
          <a:stretch/>
        </p:blipFill>
        <p:spPr>
          <a:xfrm>
            <a:off x="5394960" y="5257800"/>
            <a:ext cx="6290640" cy="534600"/>
          </a:xfrm>
          <a:prstGeom prst="rect">
            <a:avLst/>
          </a:prstGeom>
          <a:noFill/>
          <a:ln w="0">
            <a:noFill/>
          </a:ln>
        </p:spPr>
      </p:pic>
      <p:sp>
        <p:nvSpPr>
          <p:cNvPr id="62" name="Text 3"/>
          <p:cNvSpPr/>
          <p:nvPr/>
        </p:nvSpPr>
        <p:spPr>
          <a:xfrm>
            <a:off x="5212080" y="5838480"/>
            <a:ext cx="66564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Score-bar fields read every 0.5 s</a:t>
            </a:r>
            <a:endParaRPr lang="en-US" sz="1400" b="0" u="none" strike="noStrike">
              <a:solidFill>
                <a:srgbClr val="000000"/>
              </a:solidFill>
              <a:effectLst/>
              <a:uFillTx/>
              <a:latin typeface="Arial"/>
            </a:endParaRPr>
          </a:p>
        </p:txBody>
      </p:sp>
      <p:sp>
        <p:nvSpPr>
          <p:cNvPr id="63" name="PlaceHolder 2"/>
          <p:cNvSpPr>
            <a:spLocks noGrp="1"/>
          </p:cNvSpPr>
          <p:nvPr>
            <p:ph type="sldNum" idx="16"/>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5246B79D-62F8-44C2-8A1B-CB4086B562B7}"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RESULTS</a:t>
            </a:r>
            <a:endParaRPr lang="en-US" sz="4800" b="0" u="none" strike="noStrike">
              <a:solidFill>
                <a:schemeClr val="dk1"/>
              </a:solidFill>
              <a:effectLst/>
              <a:uFillTx/>
              <a:latin typeface="Times New Roman"/>
            </a:endParaRPr>
          </a:p>
        </p:txBody>
      </p:sp>
      <p:pic>
        <p:nvPicPr>
          <p:cNvPr id="65" name="json_ball.png" descr="ball.json: a delivery's geometry and speed"/>
          <p:cNvPicPr/>
          <p:nvPr/>
        </p:nvPicPr>
        <p:blipFill>
          <a:blip r:embed="rId1"/>
          <a:stretch/>
        </p:blipFill>
        <p:spPr>
          <a:xfrm>
            <a:off x="502920" y="1188720"/>
            <a:ext cx="5851800" cy="2598120"/>
          </a:xfrm>
          <a:prstGeom prst="rect">
            <a:avLst/>
          </a:prstGeom>
          <a:noFill/>
          <a:ln w="0">
            <a:noFill/>
          </a:ln>
        </p:spPr>
      </p:pic>
      <p:sp>
        <p:nvSpPr>
          <p:cNvPr id="66" name="Text 1"/>
          <p:cNvSpPr/>
          <p:nvPr/>
        </p:nvSpPr>
        <p:spPr>
          <a:xfrm>
            <a:off x="320040" y="3832920"/>
            <a:ext cx="621756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ball.json: a delivery's geometry and speed</a:t>
            </a:r>
            <a:endParaRPr lang="en-US" sz="1400" b="0" u="none" strike="noStrike">
              <a:solidFill>
                <a:srgbClr val="000000"/>
              </a:solidFill>
              <a:effectLst/>
              <a:uFillTx/>
              <a:latin typeface="Arial"/>
            </a:endParaRPr>
          </a:p>
        </p:txBody>
      </p:sp>
      <p:pic>
        <p:nvPicPr>
          <p:cNvPr id="67" name="json_events.png" descr="events.json: the four and the wicket"/>
          <p:cNvPicPr/>
          <p:nvPr/>
        </p:nvPicPr>
        <p:blipFill>
          <a:blip r:embed="rId2"/>
          <a:stretch/>
        </p:blipFill>
        <p:spPr>
          <a:xfrm>
            <a:off x="6492240" y="1188720"/>
            <a:ext cx="5193360" cy="4549320"/>
          </a:xfrm>
          <a:prstGeom prst="rect">
            <a:avLst/>
          </a:prstGeom>
          <a:noFill/>
          <a:ln w="0">
            <a:noFill/>
          </a:ln>
        </p:spPr>
      </p:pic>
      <p:sp>
        <p:nvSpPr>
          <p:cNvPr id="68" name="Text 2"/>
          <p:cNvSpPr/>
          <p:nvPr/>
        </p:nvSpPr>
        <p:spPr>
          <a:xfrm>
            <a:off x="6309360" y="5784120"/>
            <a:ext cx="555912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events.json: the four and the wicket</a:t>
            </a:r>
            <a:endParaRPr lang="en-US" sz="1400" b="0" u="none" strike="noStrike">
              <a:solidFill>
                <a:srgbClr val="000000"/>
              </a:solidFill>
              <a:effectLst/>
              <a:uFillTx/>
              <a:latin typeface="Arial"/>
            </a:endParaRPr>
          </a:p>
        </p:txBody>
      </p:sp>
      <p:sp>
        <p:nvSpPr>
          <p:cNvPr id="69" name="points"/>
          <p:cNvSpPr/>
          <p:nvPr/>
        </p:nvSpPr>
        <p:spPr>
          <a:xfrm>
            <a:off x="502920" y="4343400"/>
            <a:ext cx="5851800" cy="201132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00000"/>
              </a:lnSpc>
              <a:spcAft>
                <a:spcPts val="799"/>
              </a:spcAft>
              <a:buClr>
                <a:srgbClr val="000000"/>
              </a:buClr>
              <a:buFont typeface="Symbol" charset="2"/>
              <a:buChar char=""/>
            </a:pPr>
            <a:r>
              <a:rPr lang="en-US" sz="1900" b="0" u="none" strike="noStrike">
                <a:solidFill>
                  <a:schemeClr val="dk1"/>
                </a:solidFill>
                <a:effectLst/>
                <a:uFillTx/>
                <a:latin typeface="Times New Roman"/>
                <a:ea typeface="Times New Roman"/>
              </a:rPr>
              <a:t>Every pass writes </a:t>
            </a:r>
            <a:r>
              <a:rPr lang="en-US" sz="1900" b="1" u="none" strike="noStrike">
                <a:solidFill>
                  <a:schemeClr val="dk1"/>
                </a:solidFill>
                <a:effectLst/>
                <a:uFillTx/>
                <a:latin typeface="Times New Roman"/>
                <a:ea typeface="Times New Roman"/>
              </a:rPr>
              <a:t>JSON with a fixed schema</a:t>
            </a:r>
            <a:r>
              <a:rPr lang="en-US" sz="1900" b="0" u="none" strike="noStrike">
                <a:solidFill>
                  <a:schemeClr val="dk1"/>
                </a:solidFill>
                <a:effectLst/>
                <a:uFillTx/>
                <a:latin typeface="Times New Roman"/>
                <a:ea typeface="Times New Roman"/>
              </a:rPr>
              <a:t>; the next pass reads it.</a:t>
            </a:r>
            <a:endParaRPr lang="en-US" sz="1900" b="0" u="none" strike="noStrike">
              <a:solidFill>
                <a:srgbClr val="000000"/>
              </a:solidFill>
              <a:effectLst/>
              <a:uFillTx/>
              <a:latin typeface="Arial"/>
            </a:endParaRPr>
          </a:p>
          <a:p>
            <a:pPr marL="343080" indent="-343080" algn="just" defTabSz="914400">
              <a:lnSpc>
                <a:spcPct val="100000"/>
              </a:lnSpc>
              <a:spcAft>
                <a:spcPts val="799"/>
              </a:spcAft>
              <a:buClr>
                <a:srgbClr val="000000"/>
              </a:buClr>
              <a:buFont typeface="Symbol" charset="2"/>
              <a:buChar char=""/>
            </a:pPr>
            <a:r>
              <a:rPr lang="en-US" sz="1900" b="1" u="none" strike="noStrike">
                <a:solidFill>
                  <a:schemeClr val="dk1"/>
                </a:solidFill>
                <a:effectLst/>
                <a:uFillTx/>
                <a:latin typeface="Times New Roman"/>
                <a:ea typeface="Times New Roman"/>
              </a:rPr>
              <a:t>ball.json:</a:t>
            </a:r>
            <a:r>
              <a:rPr lang="en-US" sz="1900" b="0" u="none" strike="noStrike">
                <a:solidFill>
                  <a:schemeClr val="dk1"/>
                </a:solidFill>
                <a:effectLst/>
                <a:uFillTx/>
                <a:latin typeface="Times New Roman"/>
                <a:ea typeface="Times New Roman"/>
              </a:rPr>
              <a:t> release, bounce, </a:t>
            </a:r>
            <a:r>
              <a:rPr lang="en-US" sz="1900" b="1" u="none" strike="noStrike">
                <a:solidFill>
                  <a:schemeClr val="dk1"/>
                </a:solidFill>
                <a:effectLst/>
                <a:uFillTx/>
                <a:latin typeface="Times New Roman"/>
                <a:ea typeface="Times New Roman"/>
              </a:rPr>
              <a:t>length 7.40 m</a:t>
            </a:r>
            <a:r>
              <a:rPr lang="en-US" sz="1900" b="0" u="none" strike="noStrike">
                <a:solidFill>
                  <a:schemeClr val="dk1"/>
                </a:solidFill>
                <a:effectLst/>
                <a:uFillTx/>
                <a:latin typeface="Times New Roman"/>
                <a:ea typeface="Times New Roman"/>
              </a:rPr>
              <a:t>, line, radar </a:t>
            </a:r>
            <a:r>
              <a:rPr lang="en-US" sz="1900" b="1" u="none" strike="noStrike">
                <a:solidFill>
                  <a:schemeClr val="dk1"/>
                </a:solidFill>
                <a:effectLst/>
                <a:uFillTx/>
                <a:latin typeface="Times New Roman"/>
                <a:ea typeface="Times New Roman"/>
              </a:rPr>
              <a:t>139.3</a:t>
            </a:r>
            <a:r>
              <a:rPr lang="en-US" sz="1900" b="0" u="none" strike="noStrike">
                <a:solidFill>
                  <a:schemeClr val="dk1"/>
                </a:solidFill>
                <a:effectLst/>
                <a:uFillTx/>
                <a:latin typeface="Times New Roman"/>
                <a:ea typeface="Times New Roman"/>
              </a:rPr>
              <a:t> vs our </a:t>
            </a:r>
            <a:r>
              <a:rPr lang="en-US" sz="1900" b="1" u="none" strike="noStrike">
                <a:solidFill>
                  <a:schemeClr val="dk1"/>
                </a:solidFill>
                <a:effectLst/>
                <a:uFillTx/>
                <a:latin typeface="Times New Roman"/>
                <a:ea typeface="Times New Roman"/>
              </a:rPr>
              <a:t>143.9 km/h</a:t>
            </a:r>
            <a:r>
              <a:rPr lang="en-US" sz="1900" b="0" u="none" strike="noStrike">
                <a:solidFill>
                  <a:schemeClr val="dk1"/>
                </a:solidFill>
                <a:effectLst/>
                <a:uFillTx/>
                <a:latin typeface="Times New Roman"/>
                <a:ea typeface="Times New Roman"/>
              </a:rPr>
              <a:t>.</a:t>
            </a:r>
            <a:endParaRPr lang="en-US" sz="1900" b="0" u="none" strike="noStrike">
              <a:solidFill>
                <a:srgbClr val="000000"/>
              </a:solidFill>
              <a:effectLst/>
              <a:uFillTx/>
              <a:latin typeface="Arial"/>
            </a:endParaRPr>
          </a:p>
          <a:p>
            <a:pPr marL="343080" indent="-343080" algn="just" defTabSz="914400">
              <a:lnSpc>
                <a:spcPct val="100000"/>
              </a:lnSpc>
              <a:spcAft>
                <a:spcPts val="799"/>
              </a:spcAft>
              <a:buClr>
                <a:srgbClr val="000000"/>
              </a:buClr>
              <a:buFont typeface="Symbol" charset="2"/>
              <a:buChar char=""/>
            </a:pPr>
            <a:r>
              <a:rPr lang="en-US" sz="1900" b="1" u="none" strike="noStrike">
                <a:solidFill>
                  <a:schemeClr val="dk1"/>
                </a:solidFill>
                <a:effectLst/>
                <a:uFillTx/>
                <a:latin typeface="Times New Roman"/>
                <a:ea typeface="Times New Roman"/>
              </a:rPr>
              <a:t>events.json:</a:t>
            </a:r>
            <a:r>
              <a:rPr lang="en-US" sz="1900" b="0" u="none" strike="noStrike">
                <a:solidFill>
                  <a:schemeClr val="dk1"/>
                </a:solidFill>
                <a:effectLst/>
                <a:uFillTx/>
                <a:latin typeface="Times New Roman"/>
                <a:ea typeface="Times New Roman"/>
              </a:rPr>
              <a:t> each ball's events, with their source and confidence.</a:t>
            </a:r>
            <a:endParaRPr lang="en-US" sz="1900" b="0" u="none" strike="noStrike">
              <a:solidFill>
                <a:srgbClr val="000000"/>
              </a:solidFill>
              <a:effectLst/>
              <a:uFillTx/>
              <a:latin typeface="Arial"/>
            </a:endParaRPr>
          </a:p>
        </p:txBody>
      </p:sp>
      <p:sp>
        <p:nvSpPr>
          <p:cNvPr id="70" name="PlaceHolder 2"/>
          <p:cNvSpPr>
            <a:spLocks noGrp="1"/>
          </p:cNvSpPr>
          <p:nvPr>
            <p:ph type="sldNum" idx="17"/>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B13EAA78-9D2E-48B1-B3E8-3E9F1A7A25F5}"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RESULTS</a:t>
            </a:r>
            <a:endParaRPr lang="en-US" sz="4800" b="0" u="none" strike="noStrike">
              <a:solidFill>
                <a:schemeClr val="dk1"/>
              </a:solidFill>
              <a:effectLst/>
              <a:uFillTx/>
              <a:latin typeface="Times New Roman"/>
            </a:endParaRPr>
          </a:p>
        </p:txBody>
      </p:sp>
      <p:pic>
        <p:nvPicPr>
          <p:cNvPr id="72" name="json_match.png" descr="match.json: the state after the wicket, every check true"/>
          <p:cNvPicPr/>
          <p:nvPr/>
        </p:nvPicPr>
        <p:blipFill>
          <a:blip r:embed="rId1"/>
          <a:stretch/>
        </p:blipFill>
        <p:spPr>
          <a:xfrm>
            <a:off x="502920" y="1188720"/>
            <a:ext cx="5668920" cy="4421520"/>
          </a:xfrm>
          <a:prstGeom prst="rect">
            <a:avLst/>
          </a:prstGeom>
          <a:noFill/>
          <a:ln w="0">
            <a:noFill/>
          </a:ln>
        </p:spPr>
      </p:pic>
      <p:sp>
        <p:nvSpPr>
          <p:cNvPr id="73" name="Text 1"/>
          <p:cNvSpPr/>
          <p:nvPr/>
        </p:nvSpPr>
        <p:spPr>
          <a:xfrm>
            <a:off x="320040" y="5656320"/>
            <a:ext cx="603468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match.json: the state after the wicket, every check true</a:t>
            </a:r>
            <a:endParaRPr lang="en-US" sz="1400" b="0" u="none" strike="noStrike">
              <a:solidFill>
                <a:srgbClr val="000000"/>
              </a:solidFill>
              <a:effectLst/>
              <a:uFillTx/>
              <a:latin typeface="Arial"/>
            </a:endParaRPr>
          </a:p>
        </p:txBody>
      </p:sp>
      <p:pic>
        <p:nvPicPr>
          <p:cNvPr id="74" name="json_commentary.png" descr="commentary.json: the facts and the line written from them"/>
          <p:cNvPicPr/>
          <p:nvPr/>
        </p:nvPicPr>
        <p:blipFill>
          <a:blip r:embed="rId2"/>
          <a:stretch/>
        </p:blipFill>
        <p:spPr>
          <a:xfrm>
            <a:off x="6355080" y="1188720"/>
            <a:ext cx="5330520" cy="2878200"/>
          </a:xfrm>
          <a:prstGeom prst="rect">
            <a:avLst/>
          </a:prstGeom>
          <a:noFill/>
          <a:ln w="0">
            <a:noFill/>
          </a:ln>
        </p:spPr>
      </p:pic>
      <p:sp>
        <p:nvSpPr>
          <p:cNvPr id="75" name="Text 2"/>
          <p:cNvSpPr/>
          <p:nvPr/>
        </p:nvSpPr>
        <p:spPr>
          <a:xfrm>
            <a:off x="6172200" y="4113000"/>
            <a:ext cx="569628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commentary.json: the facts and the line written from them</a:t>
            </a:r>
            <a:endParaRPr lang="en-US" sz="1400" b="0" u="none" strike="noStrike">
              <a:solidFill>
                <a:srgbClr val="000000"/>
              </a:solidFill>
              <a:effectLst/>
              <a:uFillTx/>
              <a:latin typeface="Arial"/>
            </a:endParaRPr>
          </a:p>
        </p:txBody>
      </p:sp>
      <p:sp>
        <p:nvSpPr>
          <p:cNvPr id="76" name="points"/>
          <p:cNvSpPr/>
          <p:nvPr/>
        </p:nvSpPr>
        <p:spPr>
          <a:xfrm>
            <a:off x="6355080" y="4526280"/>
            <a:ext cx="5330520" cy="182844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00000"/>
              </a:lnSpc>
              <a:spcAft>
                <a:spcPts val="799"/>
              </a:spcAft>
              <a:buClr>
                <a:srgbClr val="000000"/>
              </a:buClr>
              <a:buFont typeface="Symbol" charset="2"/>
              <a:buChar char=""/>
            </a:pPr>
            <a:r>
              <a:rPr lang="en-US" sz="1900" b="1" u="none" strike="noStrike">
                <a:solidFill>
                  <a:schemeClr val="dk1"/>
                </a:solidFill>
                <a:effectLst/>
                <a:uFillTx/>
                <a:latin typeface="Times New Roman"/>
                <a:ea typeface="Times New Roman"/>
              </a:rPr>
              <a:t>match.json</a:t>
            </a:r>
            <a:r>
              <a:rPr lang="en-US" sz="1900" b="0" u="none" strike="noStrike">
                <a:solidFill>
                  <a:schemeClr val="dk1"/>
                </a:solidFill>
                <a:effectLst/>
                <a:uFillTx/>
                <a:latin typeface="Times New Roman"/>
                <a:ea typeface="Times New Roman"/>
              </a:rPr>
              <a:t> is checked against the broadcaster's score bar after every ball - here all true.</a:t>
            </a:r>
            <a:endParaRPr lang="en-US" sz="1900" b="0" u="none" strike="noStrike">
              <a:solidFill>
                <a:srgbClr val="000000"/>
              </a:solidFill>
              <a:effectLst/>
              <a:uFillTx/>
              <a:latin typeface="Arial"/>
            </a:endParaRPr>
          </a:p>
          <a:p>
            <a:pPr marL="343080" indent="-343080" algn="just" defTabSz="914400">
              <a:lnSpc>
                <a:spcPct val="100000"/>
              </a:lnSpc>
              <a:spcAft>
                <a:spcPts val="799"/>
              </a:spcAft>
              <a:buClr>
                <a:srgbClr val="000000"/>
              </a:buClr>
              <a:buFont typeface="Symbol" charset="2"/>
              <a:buChar char=""/>
            </a:pPr>
            <a:r>
              <a:rPr lang="en-US" sz="1900" b="1" u="none" strike="noStrike">
                <a:solidFill>
                  <a:schemeClr val="dk1"/>
                </a:solidFill>
                <a:effectLst/>
                <a:uFillTx/>
                <a:latin typeface="Times New Roman"/>
                <a:ea typeface="Times New Roman"/>
              </a:rPr>
              <a:t>commentary.json:</a:t>
            </a:r>
            <a:r>
              <a:rPr lang="en-US" sz="1900" b="0" u="none" strike="noStrike">
                <a:solidFill>
                  <a:schemeClr val="dk1"/>
                </a:solidFill>
                <a:effectLst/>
                <a:uFillTx/>
                <a:latin typeface="Times New Roman"/>
                <a:ea typeface="Times New Roman"/>
              </a:rPr>
              <a:t> the line passed the </a:t>
            </a:r>
            <a:r>
              <a:rPr lang="en-US" sz="1900" b="1" u="none" strike="noStrike">
                <a:solidFill>
                  <a:schemeClr val="dk1"/>
                </a:solidFill>
                <a:effectLst/>
                <a:uFillTx/>
                <a:latin typeface="Times New Roman"/>
                <a:ea typeface="Times New Roman"/>
              </a:rPr>
              <a:t>fact check</a:t>
            </a:r>
            <a:r>
              <a:rPr lang="en-US" sz="1900" b="0" u="none" strike="noStrike">
                <a:solidFill>
                  <a:schemeClr val="dk1"/>
                </a:solidFill>
                <a:effectLst/>
                <a:uFillTx/>
                <a:latin typeface="Times New Roman"/>
                <a:ea typeface="Times New Roman"/>
              </a:rPr>
              <a:t> - every number and name is in the facts.</a:t>
            </a:r>
            <a:endParaRPr lang="en-US" sz="1900" b="0" u="none" strike="noStrike">
              <a:solidFill>
                <a:srgbClr val="000000"/>
              </a:solidFill>
              <a:effectLst/>
              <a:uFillTx/>
              <a:latin typeface="Arial"/>
            </a:endParaRPr>
          </a:p>
        </p:txBody>
      </p:sp>
      <p:sp>
        <p:nvSpPr>
          <p:cNvPr id="77" name="PlaceHolder 2"/>
          <p:cNvSpPr>
            <a:spLocks noGrp="1"/>
          </p:cNvSpPr>
          <p:nvPr>
            <p:ph type="sldNum" idx="18"/>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36C39413-10A3-4DFF-B5E1-5EBFCAFF94D0}"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RESULTS</a:t>
            </a:r>
            <a:endParaRPr lang="en-US" sz="4800" b="0" u="none" strike="noStrike">
              <a:solidFill>
                <a:schemeClr val="dk1"/>
              </a:solidFill>
              <a:effectLst/>
              <a:uFillTx/>
              <a:latin typeface="Times New Roman"/>
            </a:endParaRPr>
          </a:p>
        </p:txBody>
      </p:sp>
      <p:graphicFrame>
        <p:nvGraphicFramePr>
          <p:cNvPr id="79" name="coverage chart"/>
          <p:cNvGraphicFramePr/>
          <p:nvPr/>
        </p:nvGraphicFramePr>
        <p:xfrm>
          <a:off x="502920" y="1234440"/>
          <a:ext cx="5623200" cy="51202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80" name="speed chart"/>
          <p:cNvGraphicFramePr/>
          <p:nvPr/>
        </p:nvGraphicFramePr>
        <p:xfrm>
          <a:off x="6355080" y="1234440"/>
          <a:ext cx="5330520" cy="5120280"/>
        </p:xfrm>
        <a:graphic>
          <a:graphicData uri="http://schemas.openxmlformats.org/drawingml/2006/chart">
            <c:chart xmlns:c="http://schemas.openxmlformats.org/drawingml/2006/chart" xmlns:r="http://schemas.openxmlformats.org/officeDocument/2006/relationships" r:id="rId2"/>
          </a:graphicData>
        </a:graphic>
      </p:graphicFrame>
      <p:sp>
        <p:nvSpPr>
          <p:cNvPr id="81" name="PlaceHolder 2"/>
          <p:cNvSpPr>
            <a:spLocks noGrp="1"/>
          </p:cNvSpPr>
          <p:nvPr>
            <p:ph type="sldNum" idx="19"/>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79578D04-5E79-44BE-A00A-1EEAC8D27012}"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RESULTS</a:t>
            </a:r>
            <a:endParaRPr lang="en-US" sz="4800" b="0" u="none" strike="noStrike">
              <a:solidFill>
                <a:schemeClr val="dk1"/>
              </a:solidFill>
              <a:effectLst/>
              <a:uFillTx/>
              <a:latin typeface="Times New Roman"/>
            </a:endParaRPr>
          </a:p>
        </p:txBody>
      </p:sp>
      <p:pic>
        <p:nvPicPr>
          <p:cNvPr id="83" name="live_bumrah.jpg" descr="Live, Bumrah's over: striker, non-striker, bowler and umpire named"/>
          <p:cNvPicPr/>
          <p:nvPr/>
        </p:nvPicPr>
        <p:blipFill>
          <a:blip r:embed="rId1"/>
          <a:stretch/>
        </p:blipFill>
        <p:spPr>
          <a:xfrm>
            <a:off x="502920" y="1280160"/>
            <a:ext cx="5486040" cy="3085920"/>
          </a:xfrm>
          <a:prstGeom prst="rect">
            <a:avLst/>
          </a:prstGeom>
          <a:noFill/>
          <a:ln w="0">
            <a:noFill/>
          </a:ln>
        </p:spPr>
      </p:pic>
      <p:sp>
        <p:nvSpPr>
          <p:cNvPr id="84" name="Text 1"/>
          <p:cNvSpPr/>
          <p:nvPr/>
        </p:nvSpPr>
        <p:spPr>
          <a:xfrm>
            <a:off x="320040" y="4412160"/>
            <a:ext cx="58518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Live, Bumrah's over: striker, non-striker, bowler and umpire named</a:t>
            </a:r>
            <a:endParaRPr lang="en-US" sz="1400" b="0" u="none" strike="noStrike">
              <a:solidFill>
                <a:srgbClr val="000000"/>
              </a:solidFill>
              <a:effectLst/>
              <a:uFillTx/>
              <a:latin typeface="Arial"/>
            </a:endParaRPr>
          </a:p>
        </p:txBody>
      </p:sp>
      <p:pic>
        <p:nvPicPr>
          <p:cNvPr id="85" name="live_final.jpg" descr="Live, the whole final: names re-calibrated from the creases"/>
          <p:cNvPicPr/>
          <p:nvPr/>
        </p:nvPicPr>
        <p:blipFill>
          <a:blip r:embed="rId2"/>
          <a:stretch/>
        </p:blipFill>
        <p:spPr>
          <a:xfrm>
            <a:off x="6199560" y="1280160"/>
            <a:ext cx="5486040" cy="3085920"/>
          </a:xfrm>
          <a:prstGeom prst="rect">
            <a:avLst/>
          </a:prstGeom>
          <a:noFill/>
          <a:ln w="0">
            <a:noFill/>
          </a:ln>
        </p:spPr>
      </p:pic>
      <p:sp>
        <p:nvSpPr>
          <p:cNvPr id="86" name="Text 2"/>
          <p:cNvSpPr/>
          <p:nvPr/>
        </p:nvSpPr>
        <p:spPr>
          <a:xfrm>
            <a:off x="6016680" y="4412160"/>
            <a:ext cx="585180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chemeClr val="dk1"/>
                </a:solidFill>
                <a:effectLst/>
                <a:uFillTx/>
                <a:latin typeface="Times New Roman"/>
                <a:ea typeface="Times New Roman"/>
              </a:rPr>
              <a:t>Live, the whole final: names re-calibrated from the creases</a:t>
            </a:r>
            <a:endParaRPr lang="en-US" sz="1400" b="0" u="none" strike="noStrike">
              <a:solidFill>
                <a:srgbClr val="000000"/>
              </a:solidFill>
              <a:effectLst/>
              <a:uFillTx/>
              <a:latin typeface="Arial"/>
            </a:endParaRPr>
          </a:p>
        </p:txBody>
      </p:sp>
      <p:sp>
        <p:nvSpPr>
          <p:cNvPr id="87" name="points"/>
          <p:cNvSpPr/>
          <p:nvPr/>
        </p:nvSpPr>
        <p:spPr>
          <a:xfrm>
            <a:off x="502920" y="4892040"/>
            <a:ext cx="11182680" cy="146268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00000"/>
              </a:lnSpc>
              <a:spcAft>
                <a:spcPts val="799"/>
              </a:spcAft>
              <a:buClr>
                <a:srgbClr val="000000"/>
              </a:buClr>
              <a:buFont typeface="Symbol" charset="2"/>
              <a:buChar char=""/>
            </a:pPr>
            <a:r>
              <a:rPr lang="en-US" sz="1900" b="0" u="none" strike="noStrike">
                <a:solidFill>
                  <a:schemeClr val="dk1"/>
                </a:solidFill>
                <a:effectLst/>
                <a:uFillTx/>
                <a:latin typeface="Times New Roman"/>
                <a:ea typeface="Times New Roman"/>
              </a:rPr>
              <a:t>Live on one laptop GPU: each ball's </a:t>
            </a:r>
            <a:r>
              <a:rPr lang="en-US" sz="1900" b="1" u="none" strike="noStrike">
                <a:solidFill>
                  <a:schemeClr val="dk1"/>
                </a:solidFill>
                <a:effectLst/>
                <a:uFillTx/>
                <a:latin typeface="Times New Roman"/>
                <a:ea typeface="Times New Roman"/>
              </a:rPr>
              <a:t>outcome 0.5 s</a:t>
            </a:r>
            <a:r>
              <a:rPr lang="en-US" sz="1900" b="0" u="none" strike="noStrike">
                <a:solidFill>
                  <a:schemeClr val="dk1"/>
                </a:solidFill>
                <a:effectLst/>
                <a:uFillTx/>
                <a:latin typeface="Times New Roman"/>
                <a:ea typeface="Times New Roman"/>
              </a:rPr>
              <a:t> after the score bar, </a:t>
            </a:r>
            <a:r>
              <a:rPr lang="en-US" sz="1900" b="1" u="none" strike="noStrike">
                <a:solidFill>
                  <a:schemeClr val="dk1"/>
                </a:solidFill>
                <a:effectLst/>
                <a:uFillTx/>
                <a:latin typeface="Times New Roman"/>
                <a:ea typeface="Times New Roman"/>
              </a:rPr>
              <a:t>radar 0.1 s</a:t>
            </a:r>
            <a:r>
              <a:rPr lang="en-US" sz="1900" b="0" u="none" strike="noStrike">
                <a:solidFill>
                  <a:schemeClr val="dk1"/>
                </a:solidFill>
                <a:effectLst/>
                <a:uFillTx/>
                <a:latin typeface="Times New Roman"/>
                <a:ea typeface="Times New Roman"/>
              </a:rPr>
              <a:t>, length, line and our speed </a:t>
            </a:r>
            <a:r>
              <a:rPr lang="en-US" sz="1900" b="1" u="none" strike="noStrike">
                <a:solidFill>
                  <a:schemeClr val="dk1"/>
                </a:solidFill>
                <a:effectLst/>
                <a:uFillTx/>
                <a:latin typeface="Times New Roman"/>
                <a:ea typeface="Times New Roman"/>
              </a:rPr>
              <a:t>12-23 s</a:t>
            </a:r>
            <a:r>
              <a:rPr lang="en-US" sz="1900" b="0" u="none" strike="noStrike">
                <a:solidFill>
                  <a:schemeClr val="dk1"/>
                </a:solidFill>
                <a:effectLst/>
                <a:uFillTx/>
                <a:latin typeface="Times New Roman"/>
                <a:ea typeface="Times New Roman"/>
              </a:rPr>
              <a:t> after the ball.</a:t>
            </a:r>
            <a:endParaRPr lang="en-US" sz="1900" b="0" u="none" strike="noStrike">
              <a:solidFill>
                <a:srgbClr val="000000"/>
              </a:solidFill>
              <a:effectLst/>
              <a:uFillTx/>
              <a:latin typeface="Arial"/>
            </a:endParaRPr>
          </a:p>
          <a:p>
            <a:pPr marL="343080" indent="-343080" algn="just" defTabSz="914400">
              <a:lnSpc>
                <a:spcPct val="100000"/>
              </a:lnSpc>
              <a:spcAft>
                <a:spcPts val="799"/>
              </a:spcAft>
              <a:buClr>
                <a:srgbClr val="000000"/>
              </a:buClr>
              <a:buFont typeface="Symbol" charset="2"/>
              <a:buChar char=""/>
            </a:pPr>
            <a:r>
              <a:rPr lang="en-US" sz="1900" b="1" u="none" strike="noStrike">
                <a:solidFill>
                  <a:schemeClr val="dk1"/>
                </a:solidFill>
                <a:effectLst/>
                <a:uFillTx/>
                <a:latin typeface="Times New Roman"/>
                <a:ea typeface="Times New Roman"/>
              </a:rPr>
              <a:t>FP16</a:t>
            </a:r>
            <a:r>
              <a:rPr lang="en-US" sz="1900" b="0" u="none" strike="noStrike">
                <a:solidFill>
                  <a:schemeClr val="dk1"/>
                </a:solidFill>
                <a:effectLst/>
                <a:uFillTx/>
                <a:latin typeface="Times New Roman"/>
                <a:ea typeface="Times New Roman"/>
              </a:rPr>
              <a:t> made the ball model 3.3× faster; the </a:t>
            </a:r>
            <a:r>
              <a:rPr lang="en-US" sz="1900" b="1" u="none" strike="noStrike">
                <a:solidFill>
                  <a:schemeClr val="dk1"/>
                </a:solidFill>
                <a:effectLst/>
                <a:uFillTx/>
                <a:latin typeface="Times New Roman"/>
                <a:ea typeface="Times New Roman"/>
              </a:rPr>
              <a:t>optical-flow camera</a:t>
            </a:r>
            <a:r>
              <a:rPr lang="en-US" sz="1900" b="0" u="none" strike="noStrike">
                <a:solidFill>
                  <a:schemeClr val="dk1"/>
                </a:solidFill>
                <a:effectLst/>
                <a:uFillTx/>
                <a:latin typeface="Times New Roman"/>
                <a:ea typeface="Times New Roman"/>
              </a:rPr>
              <a:t> stays within 0.25 m of the offline calibration.</a:t>
            </a:r>
            <a:endParaRPr lang="en-US" sz="1900" b="0" u="none" strike="noStrike">
              <a:solidFill>
                <a:srgbClr val="000000"/>
              </a:solidFill>
              <a:effectLst/>
              <a:uFillTx/>
              <a:latin typeface="Arial"/>
            </a:endParaRPr>
          </a:p>
        </p:txBody>
      </p:sp>
      <p:sp>
        <p:nvSpPr>
          <p:cNvPr id="88" name="PlaceHolder 2"/>
          <p:cNvSpPr>
            <a:spLocks noGrp="1"/>
          </p:cNvSpPr>
          <p:nvPr>
            <p:ph type="sldNum" idx="20"/>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9352413E-2C0B-4AE5-8341-27C5E6674D81}"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FUTURE SCOPE</a:t>
            </a:r>
            <a:endParaRPr lang="en-US" sz="4800" b="0" u="none" strike="noStrike">
              <a:solidFill>
                <a:schemeClr val="dk1"/>
              </a:solidFill>
              <a:effectLst/>
              <a:uFillTx/>
              <a:latin typeface="Times New Roman"/>
            </a:endParaRPr>
          </a:p>
        </p:txBody>
      </p:sp>
      <p:sp>
        <p:nvSpPr>
          <p:cNvPr id="90" name="points"/>
          <p:cNvSpPr/>
          <p:nvPr/>
        </p:nvSpPr>
        <p:spPr>
          <a:xfrm>
            <a:off x="502920" y="1280160"/>
            <a:ext cx="11182680" cy="5028840"/>
          </a:xfrm>
          <a:prstGeom prst="rect">
            <a:avLst/>
          </a:prstGeom>
          <a:noFill/>
          <a:ln w="0">
            <a:noFill/>
          </a:ln>
        </p:spPr>
        <p:style>
          <a:lnRef idx="0"/>
          <a:fillRef idx="0"/>
          <a:effectRef idx="0"/>
          <a:fontRef idx="minor"/>
        </p:style>
        <p:txBody>
          <a:bodyPr lIns="0" tIns="0" rIns="0" bIns="0" anchor="t">
            <a:noAutofit/>
          </a:bodyPr>
          <a:p>
            <a:pPr marL="343080" indent="-343080" algn="just" defTabSz="914400">
              <a:lnSpc>
                <a:spcPct val="110000"/>
              </a:lnSpc>
              <a:spcAft>
                <a:spcPts val="1800"/>
              </a:spcAft>
              <a:buClr>
                <a:srgbClr val="000000"/>
              </a:buClr>
              <a:buFont typeface="Symbol" charset="2"/>
              <a:buChar char=""/>
            </a:pPr>
            <a:r>
              <a:rPr lang="en-US" sz="2200" b="0" u="none" strike="noStrike">
                <a:solidFill>
                  <a:schemeClr val="dk1"/>
                </a:solidFill>
                <a:effectLst/>
                <a:uFillTx/>
                <a:latin typeface="Times New Roman"/>
                <a:ea typeface="Times New Roman"/>
              </a:rPr>
              <a:t>Use </a:t>
            </a:r>
            <a:r>
              <a:rPr lang="en-US" sz="2200" b="1" u="none" strike="noStrike">
                <a:solidFill>
                  <a:schemeClr val="dk1"/>
                </a:solidFill>
                <a:effectLst/>
                <a:uFillTx/>
                <a:latin typeface="Times New Roman"/>
                <a:ea typeface="Times New Roman"/>
              </a:rPr>
              <a:t>50 fps footage</a:t>
            </a:r>
            <a:r>
              <a:rPr lang="en-US" sz="2200" b="0" u="none" strike="noStrike">
                <a:solidFill>
                  <a:schemeClr val="dk1"/>
                </a:solidFill>
                <a:effectLst/>
                <a:uFillTx/>
                <a:latin typeface="Times New Roman"/>
                <a:ea typeface="Times New Roman"/>
              </a:rPr>
              <a:t> and labelled frames of the ball's first flight to improve pace-bowling speed and recover missed deliveries.</a:t>
            </a:r>
            <a:endParaRPr lang="en-US" sz="2200" b="0" u="none" strike="noStrike">
              <a:solidFill>
                <a:srgbClr val="000000"/>
              </a:solidFill>
              <a:effectLst/>
              <a:uFillTx/>
              <a:latin typeface="Arial"/>
            </a:endParaRPr>
          </a:p>
          <a:p>
            <a:pPr marL="343080" indent="-343080" algn="just" defTabSz="914400">
              <a:lnSpc>
                <a:spcPct val="110000"/>
              </a:lnSpc>
              <a:spcAft>
                <a:spcPts val="1800"/>
              </a:spcAft>
              <a:buClr>
                <a:srgbClr val="000000"/>
              </a:buClr>
              <a:buFont typeface="Symbol" charset="2"/>
              <a:buChar char=""/>
            </a:pPr>
            <a:r>
              <a:rPr lang="en-US" sz="2200" b="0" u="none" strike="noStrike">
                <a:solidFill>
                  <a:schemeClr val="dk1"/>
                </a:solidFill>
                <a:effectLst/>
                <a:uFillTx/>
                <a:latin typeface="Times New Roman"/>
                <a:ea typeface="Times New Roman"/>
              </a:rPr>
              <a:t>Make crease calibration faster so that players are </a:t>
            </a:r>
            <a:r>
              <a:rPr lang="en-US" sz="2200" b="1" u="none" strike="noStrike">
                <a:solidFill>
                  <a:schemeClr val="dk1"/>
                </a:solidFill>
                <a:effectLst/>
                <a:uFillTx/>
                <a:latin typeface="Times New Roman"/>
                <a:ea typeface="Times New Roman"/>
              </a:rPr>
              <a:t>named live through a whole match</a:t>
            </a:r>
            <a:r>
              <a:rPr lang="en-US" sz="2200" b="0" u="none" strike="noStrike">
                <a:solidFill>
                  <a:schemeClr val="dk1"/>
                </a:solidFill>
                <a:effectLst/>
                <a:uFillTx/>
                <a:latin typeface="Times New Roman"/>
                <a:ea typeface="Times New Roman"/>
              </a:rPr>
              <a:t>.</a:t>
            </a:r>
            <a:endParaRPr lang="en-US" sz="2200" b="0" u="none" strike="noStrike">
              <a:solidFill>
                <a:srgbClr val="000000"/>
              </a:solidFill>
              <a:effectLst/>
              <a:uFillTx/>
              <a:latin typeface="Arial"/>
            </a:endParaRPr>
          </a:p>
          <a:p>
            <a:pPr marL="343080" indent="-343080" algn="just" defTabSz="914400">
              <a:lnSpc>
                <a:spcPct val="110000"/>
              </a:lnSpc>
              <a:spcAft>
                <a:spcPts val="1800"/>
              </a:spcAft>
              <a:buClr>
                <a:srgbClr val="000000"/>
              </a:buClr>
              <a:buFont typeface="Symbol" charset="2"/>
              <a:buChar char=""/>
            </a:pPr>
            <a:r>
              <a:rPr lang="en-US" sz="2200" b="0" u="none" strike="noStrike">
                <a:solidFill>
                  <a:schemeClr val="dk1"/>
                </a:solidFill>
                <a:effectLst/>
                <a:uFillTx/>
                <a:latin typeface="Times New Roman"/>
                <a:ea typeface="Times New Roman"/>
              </a:rPr>
              <a:t>Build a </a:t>
            </a:r>
            <a:r>
              <a:rPr lang="en-US" sz="2200" b="1" u="none" strike="noStrike">
                <a:solidFill>
                  <a:schemeClr val="dk1"/>
                </a:solidFill>
                <a:effectLst/>
                <a:uFillTx/>
                <a:latin typeface="Times New Roman"/>
                <a:ea typeface="Times New Roman"/>
              </a:rPr>
              <a:t>labelled answer key for shot types</a:t>
            </a:r>
            <a:r>
              <a:rPr lang="en-US" sz="2200" b="0" u="none" strike="noStrike">
                <a:solidFill>
                  <a:schemeClr val="dk1"/>
                </a:solidFill>
                <a:effectLst/>
                <a:uFillTx/>
                <a:latin typeface="Times New Roman"/>
                <a:ea typeface="Times New Roman"/>
              </a:rPr>
              <a:t>, so that a vision-language model can be scored before it is used.</a:t>
            </a:r>
            <a:endParaRPr lang="en-US" sz="2200" b="0" u="none" strike="noStrike">
              <a:solidFill>
                <a:srgbClr val="000000"/>
              </a:solidFill>
              <a:effectLst/>
              <a:uFillTx/>
              <a:latin typeface="Arial"/>
            </a:endParaRPr>
          </a:p>
          <a:p>
            <a:pPr marL="343080" indent="-343080" algn="just" defTabSz="914400">
              <a:lnSpc>
                <a:spcPct val="110000"/>
              </a:lnSpc>
              <a:spcAft>
                <a:spcPts val="1800"/>
              </a:spcAft>
              <a:buClr>
                <a:srgbClr val="000000"/>
              </a:buClr>
              <a:buFont typeface="Symbol" charset="2"/>
              <a:buChar char=""/>
            </a:pPr>
            <a:r>
              <a:rPr lang="en-US" sz="2200" b="0" u="none" strike="noStrike">
                <a:solidFill>
                  <a:schemeClr val="dk1"/>
                </a:solidFill>
                <a:effectLst/>
                <a:uFillTx/>
                <a:latin typeface="Times New Roman"/>
                <a:ea typeface="Times New Roman"/>
              </a:rPr>
              <a:t>Add </a:t>
            </a:r>
            <a:r>
              <a:rPr lang="en-US" sz="2200" b="1" u="none" strike="noStrike">
                <a:solidFill>
                  <a:schemeClr val="dk1"/>
                </a:solidFill>
                <a:effectLst/>
                <a:uFillTx/>
                <a:latin typeface="Times New Roman"/>
                <a:ea typeface="Times New Roman"/>
              </a:rPr>
              <a:t>score-bar layouts for other broadcasters</a:t>
            </a:r>
            <a:r>
              <a:rPr lang="en-US" sz="2200" b="0" u="none" strike="noStrike">
                <a:solidFill>
                  <a:schemeClr val="dk1"/>
                </a:solidFill>
                <a:effectLst/>
                <a:uFillTx/>
                <a:latin typeface="Times New Roman"/>
                <a:ea typeface="Times New Roman"/>
              </a:rPr>
              <a:t> and a short ball-labelling round for each new broadcast.</a:t>
            </a:r>
            <a:endParaRPr lang="en-US" sz="2200" b="0" u="none" strike="noStrike">
              <a:solidFill>
                <a:srgbClr val="000000"/>
              </a:solidFill>
              <a:effectLst/>
              <a:uFillTx/>
              <a:latin typeface="Arial"/>
            </a:endParaRPr>
          </a:p>
          <a:p>
            <a:pPr marL="343080" indent="-343080" algn="just" defTabSz="914400">
              <a:lnSpc>
                <a:spcPct val="110000"/>
              </a:lnSpc>
              <a:spcAft>
                <a:spcPts val="1800"/>
              </a:spcAft>
              <a:buClr>
                <a:srgbClr val="000000"/>
              </a:buClr>
              <a:buFont typeface="Symbol" charset="2"/>
              <a:buChar char=""/>
            </a:pPr>
            <a:r>
              <a:rPr lang="en-US" sz="2200" b="0" u="none" strike="noStrike">
                <a:solidFill>
                  <a:schemeClr val="dk1"/>
                </a:solidFill>
                <a:effectLst/>
                <a:uFillTx/>
                <a:latin typeface="Times New Roman"/>
                <a:ea typeface="Times New Roman"/>
              </a:rPr>
              <a:t>Use </a:t>
            </a:r>
            <a:r>
              <a:rPr lang="en-US" sz="2200" b="1" u="none" strike="noStrike">
                <a:solidFill>
                  <a:schemeClr val="dk1"/>
                </a:solidFill>
                <a:effectLst/>
                <a:uFillTx/>
                <a:latin typeface="Times New Roman"/>
                <a:ea typeface="Times New Roman"/>
              </a:rPr>
              <a:t>multi-camera input</a:t>
            </a:r>
            <a:r>
              <a:rPr lang="en-US" sz="2200" b="0" u="none" strike="noStrike">
                <a:solidFill>
                  <a:schemeClr val="dk1"/>
                </a:solidFill>
                <a:effectLst/>
                <a:uFillTx/>
                <a:latin typeface="Times New Roman"/>
                <a:ea typeface="Times New Roman"/>
              </a:rPr>
              <a:t> where available for 3D ball trajectories.</a:t>
            </a:r>
            <a:endParaRPr lang="en-US" sz="2200" b="0" u="none" strike="noStrike">
              <a:solidFill>
                <a:srgbClr val="000000"/>
              </a:solidFill>
              <a:effectLst/>
              <a:uFillTx/>
              <a:latin typeface="Arial"/>
            </a:endParaRPr>
          </a:p>
        </p:txBody>
      </p:sp>
      <p:sp>
        <p:nvSpPr>
          <p:cNvPr id="91" name="PlaceHolder 2"/>
          <p:cNvSpPr>
            <a:spLocks noGrp="1"/>
          </p:cNvSpPr>
          <p:nvPr>
            <p:ph type="sldNum" idx="21"/>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1D0A96DF-522E-4699-8274-A886E920E975}"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CONCLUSION</a:t>
            </a:r>
            <a:endParaRPr lang="en-US" sz="4800" b="0" u="none" strike="noStrike">
              <a:solidFill>
                <a:schemeClr val="dk1"/>
              </a:solidFill>
              <a:effectLst/>
              <a:uFillTx/>
              <a:latin typeface="Times New Roman"/>
            </a:endParaRPr>
          </a:p>
        </p:txBody>
      </p:sp>
      <p:sp>
        <p:nvSpPr>
          <p:cNvPr id="93" name="text"/>
          <p:cNvSpPr/>
          <p:nvPr/>
        </p:nvSpPr>
        <p:spPr>
          <a:xfrm>
            <a:off x="502920" y="1280160"/>
            <a:ext cx="11182680" cy="5028840"/>
          </a:xfrm>
          <a:prstGeom prst="rect">
            <a:avLst/>
          </a:prstGeom>
          <a:noFill/>
          <a:ln w="0">
            <a:noFill/>
          </a:ln>
        </p:spPr>
        <p:style>
          <a:lnRef idx="0"/>
          <a:fillRef idx="0"/>
          <a:effectRef idx="0"/>
          <a:fontRef idx="minor"/>
        </p:style>
        <p:txBody>
          <a:bodyPr lIns="0" tIns="0" rIns="0" bIns="0" anchor="t">
            <a:noAutofit/>
          </a:bodyPr>
          <a:p>
            <a:pPr algn="just" defTabSz="914400">
              <a:lnSpc>
                <a:spcPct val="130000"/>
              </a:lnSpc>
              <a:spcAft>
                <a:spcPts val="1800"/>
              </a:spcAft>
              <a:tabLst>
                <a:tab pos="0" algn="l"/>
              </a:tabLst>
            </a:pPr>
            <a:r>
              <a:rPr lang="en-US" sz="2200" b="0" u="none" strike="noStrike">
                <a:solidFill>
                  <a:schemeClr val="dk1"/>
                </a:solidFill>
                <a:effectLst/>
                <a:uFillTx/>
                <a:latin typeface="Times New Roman"/>
                <a:ea typeface="Times New Roman"/>
              </a:rPr>
              <a:t>In conclusion, </a:t>
            </a:r>
            <a:r>
              <a:rPr lang="en-US" sz="2200" b="1" u="none" strike="noStrike">
                <a:solidFill>
                  <a:schemeClr val="dk1"/>
                </a:solidFill>
                <a:effectLst/>
                <a:uFillTx/>
                <a:latin typeface="Times New Roman"/>
                <a:ea typeface="Times New Roman"/>
              </a:rPr>
              <a:t>CrickSense</a:t>
            </a:r>
            <a:r>
              <a:rPr lang="en-US" sz="2200" b="0" u="none" strike="noStrike">
                <a:solidFill>
                  <a:schemeClr val="dk1"/>
                </a:solidFill>
                <a:effectLst/>
                <a:uFillTx/>
                <a:latin typeface="Times New Roman"/>
                <a:ea typeface="Times New Roman"/>
              </a:rPr>
              <a:t> measures a cricket match from its broadcast alone. It calibrates the pitch from its painted creases, reads the score bar over whole matches, names the players by role, and finds each delivery's length, line and speed, keeping a match state by the Laws of Cricket.</a:t>
            </a:r>
            <a:endParaRPr lang="en-US" sz="2200" b="0" u="none" strike="noStrike">
              <a:solidFill>
                <a:srgbClr val="000000"/>
              </a:solidFill>
              <a:effectLst/>
              <a:uFillTx/>
              <a:latin typeface="Arial"/>
            </a:endParaRPr>
          </a:p>
          <a:p>
            <a:pPr algn="just" defTabSz="914400">
              <a:lnSpc>
                <a:spcPct val="130000"/>
              </a:lnSpc>
              <a:spcAft>
                <a:spcPts val="1800"/>
              </a:spcAft>
              <a:tabLst>
                <a:tab pos="0" algn="l"/>
              </a:tabLst>
            </a:pPr>
            <a:r>
              <a:rPr lang="en-US" sz="2200" b="0" u="none" strike="noStrike">
                <a:solidFill>
                  <a:schemeClr val="dk1"/>
                </a:solidFill>
                <a:effectLst/>
                <a:uFillTx/>
                <a:latin typeface="Times New Roman"/>
                <a:ea typeface="Times New Roman"/>
              </a:rPr>
              <a:t>On held-out clips all </a:t>
            </a:r>
            <a:r>
              <a:rPr lang="en-US" sz="2200" b="1" u="none" strike="noStrike">
                <a:solidFill>
                  <a:schemeClr val="dk1"/>
                </a:solidFill>
                <a:effectLst/>
                <a:uFillTx/>
                <a:latin typeface="Times New Roman"/>
                <a:ea typeface="Times New Roman"/>
              </a:rPr>
              <a:t>21 deliveries and outcomes</a:t>
            </a:r>
            <a:r>
              <a:rPr lang="en-US" sz="2200" b="0" u="none" strike="noStrike">
                <a:solidFill>
                  <a:schemeClr val="dk1"/>
                </a:solidFill>
                <a:effectLst/>
                <a:uFillTx/>
                <a:latin typeface="Times New Roman"/>
                <a:ea typeface="Times New Roman"/>
              </a:rPr>
              <a:t> were right, the score engine agreed with the bar on </a:t>
            </a:r>
            <a:r>
              <a:rPr lang="en-US" sz="2200" b="1" u="none" strike="noStrike">
                <a:solidFill>
                  <a:schemeClr val="dk1"/>
                </a:solidFill>
                <a:effectLst/>
                <a:uFillTx/>
                <a:latin typeface="Times New Roman"/>
                <a:ea typeface="Times New Roman"/>
              </a:rPr>
              <a:t>230 of 230 checks</a:t>
            </a:r>
            <a:r>
              <a:rPr lang="en-US" sz="2200" b="0" u="none" strike="noStrike">
                <a:solidFill>
                  <a:schemeClr val="dk1"/>
                </a:solidFill>
                <a:effectLst/>
                <a:uFillTx/>
                <a:latin typeface="Times New Roman"/>
                <a:ea typeface="Times New Roman"/>
              </a:rPr>
              <a:t>, both matches' final scores were read exactly, and our speed estimate was within </a:t>
            </a:r>
            <a:r>
              <a:rPr lang="en-US" sz="2200" b="1" u="none" strike="noStrike">
                <a:solidFill>
                  <a:schemeClr val="dk1"/>
                </a:solidFill>
                <a:effectLst/>
                <a:uFillTx/>
                <a:latin typeface="Times New Roman"/>
                <a:ea typeface="Times New Roman"/>
              </a:rPr>
              <a:t>5.7% of radar</a:t>
            </a:r>
            <a:r>
              <a:rPr lang="en-US" sz="2200" b="0" u="none" strike="noStrike">
                <a:solidFill>
                  <a:schemeClr val="dk1"/>
                </a:solidFill>
                <a:effectLst/>
                <a:uFillTx/>
                <a:latin typeface="Times New Roman"/>
                <a:ea typeface="Times New Roman"/>
              </a:rPr>
              <a:t> on the final. With fact-checked commentary and a live mode on one laptop GPU, CrickSense turns a broadcast into verified ball-by-ball analysis.</a:t>
            </a:r>
            <a:endParaRPr lang="en-US" sz="2200" b="0" u="none" strike="noStrike">
              <a:solidFill>
                <a:srgbClr val="000000"/>
              </a:solidFill>
              <a:effectLst/>
              <a:uFillTx/>
              <a:latin typeface="Arial"/>
            </a:endParaRPr>
          </a:p>
        </p:txBody>
      </p:sp>
      <p:sp>
        <p:nvSpPr>
          <p:cNvPr id="94" name="PlaceHolder 2"/>
          <p:cNvSpPr>
            <a:spLocks noGrp="1"/>
          </p:cNvSpPr>
          <p:nvPr>
            <p:ph type="sldNum" idx="22"/>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E6711658-F231-4722-A01E-56CAB9DC201F}"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TIMELINE</a:t>
            </a:r>
            <a:endParaRPr lang="en-US" sz="4800" b="0" u="none" strike="noStrike">
              <a:solidFill>
                <a:schemeClr val="dk1"/>
              </a:solidFill>
              <a:effectLst/>
              <a:uFillTx/>
              <a:latin typeface="Times New Roman"/>
            </a:endParaRPr>
          </a:p>
        </p:txBody>
      </p:sp>
      <p:graphicFrame>
        <p:nvGraphicFramePr>
          <p:cNvPr id="96" name="timeline"/>
          <p:cNvGraphicFramePr/>
          <p:nvPr/>
        </p:nvGraphicFramePr>
        <p:xfrm>
          <a:off x="502920" y="1371600"/>
          <a:ext cx="11182680" cy="4663440"/>
        </p:xfrm>
        <a:graphic>
          <a:graphicData uri="http://schemas.openxmlformats.org/drawingml/2006/table">
            <a:tbl>
              <a:tblPr/>
              <a:tblGrid>
                <a:gridCol w="3566160"/>
                <a:gridCol w="7616880"/>
              </a:tblGrid>
              <a:tr h="777240">
                <a:tc>
                  <a:txBody>
                    <a:bodyPr lIns="54720" tIns="54720" rIns="54720" bIns="54720" anchor="ctr">
                      <a:noAutofit/>
                    </a:bodyPr>
                    <a:p>
                      <a:pPr defTabSz="914400">
                        <a:lnSpc>
                          <a:spcPct val="100000"/>
                        </a:lnSpc>
                        <a:tabLst>
                          <a:tab pos="0" algn="l"/>
                        </a:tabLst>
                      </a:pPr>
                      <a:r>
                        <a:rPr lang="en-US" sz="1800" b="1" u="none" strike="noStrike">
                          <a:solidFill>
                            <a:schemeClr val="dk1"/>
                          </a:solidFill>
                          <a:effectLst/>
                          <a:uFillTx/>
                          <a:latin typeface="Times New Roman"/>
                          <a:ea typeface="Times New Roman"/>
                        </a:rPr>
                        <a:t>27/09/26 - 29/09/26 (3 days)</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800" b="0" u="none" strike="noStrike">
                          <a:solidFill>
                            <a:schemeClr val="dk1"/>
                          </a:solidFill>
                          <a:effectLst/>
                          <a:uFillTx/>
                          <a:latin typeface="Times New Roman"/>
                          <a:ea typeface="Times New Roman"/>
                        </a:rPr>
                        <a:t>Package skeleton, calibration and camera tracking; players pass with roles and names; ball pass</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r>
              <a:tr h="777240">
                <a:tc>
                  <a:txBody>
                    <a:bodyPr lIns="54720" tIns="54720" rIns="54720" bIns="54720" anchor="ctr">
                      <a:noAutofit/>
                    </a:bodyPr>
                    <a:p>
                      <a:pPr defTabSz="914400">
                        <a:lnSpc>
                          <a:spcPct val="100000"/>
                        </a:lnSpc>
                        <a:tabLst>
                          <a:tab pos="0" algn="l"/>
                        </a:tabLst>
                      </a:pPr>
                      <a:r>
                        <a:rPr lang="en-US" sz="1800" b="1" u="none" strike="noStrike">
                          <a:solidFill>
                            <a:schemeClr val="dk1"/>
                          </a:solidFill>
                          <a:effectLst/>
                          <a:uFillTx/>
                          <a:latin typeface="Times New Roman"/>
                          <a:ea typeface="Times New Roman"/>
                        </a:rPr>
                        <a:t>30/09/26 - 01/10/26 (2 days)</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800" b="0" u="none" strike="noStrike">
                          <a:solidFill>
                            <a:schemeClr val="dk1"/>
                          </a:solidFill>
                          <a:effectLst/>
                          <a:uFillTx/>
                          <a:latin typeface="Times New Roman"/>
                          <a:ea typeface="Times New Roman"/>
                        </a:rPr>
                        <a:t>Fuse and score engine, overlay, commentary and voice; automatic calibration; storage, API and live mode</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r>
              <a:tr h="777240">
                <a:tc>
                  <a:txBody>
                    <a:bodyPr lIns="54720" tIns="54720" rIns="54720" bIns="54720" anchor="ctr">
                      <a:noAutofit/>
                    </a:bodyPr>
                    <a:p>
                      <a:pPr defTabSz="914400">
                        <a:lnSpc>
                          <a:spcPct val="100000"/>
                        </a:lnSpc>
                        <a:tabLst>
                          <a:tab pos="0" algn="l"/>
                        </a:tabLst>
                      </a:pPr>
                      <a:r>
                        <a:rPr lang="en-US" sz="1800" b="1" u="none" strike="noStrike">
                          <a:solidFill>
                            <a:schemeClr val="dk1"/>
                          </a:solidFill>
                          <a:effectLst/>
                          <a:uFillTx/>
                          <a:latin typeface="Times New Roman"/>
                          <a:ea typeface="Times New Roman"/>
                        </a:rPr>
                        <a:t>02/10/26 - 14/10/26 (13 days)</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800" b="0" u="none" strike="noStrike">
                          <a:solidFill>
                            <a:schemeClr val="dk1"/>
                          </a:solidFill>
                          <a:effectLst/>
                          <a:uFillTx/>
                          <a:latin typeface="Times New Roman"/>
                          <a:ea typeface="Times New Roman"/>
                        </a:rPr>
                        <a:t>Pace (Bumrah's over), multi-reference calibration, score-bar font templates, answer-key regression check</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r>
              <a:tr h="777240">
                <a:tc>
                  <a:txBody>
                    <a:bodyPr lIns="54720" tIns="54720" rIns="54720" bIns="54720" anchor="ctr">
                      <a:noAutofit/>
                    </a:bodyPr>
                    <a:p>
                      <a:pPr defTabSz="914400">
                        <a:lnSpc>
                          <a:spcPct val="100000"/>
                        </a:lnSpc>
                        <a:tabLst>
                          <a:tab pos="0" algn="l"/>
                        </a:tabLst>
                      </a:pPr>
                      <a:r>
                        <a:rPr lang="en-US" sz="1800" b="1" u="none" strike="noStrike">
                          <a:solidFill>
                            <a:schemeClr val="dk1"/>
                          </a:solidFill>
                          <a:effectLst/>
                          <a:uFillTx/>
                          <a:latin typeface="Times New Roman"/>
                          <a:ea typeface="Times New Roman"/>
                        </a:rPr>
                        <a:t>15/10/26 - 20/10/26 (6 days)</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800" b="0" u="none" strike="noStrike">
                          <a:solidFill>
                            <a:schemeClr val="dk1"/>
                          </a:solidFill>
                          <a:effectLst/>
                          <a:uFillTx/>
                          <a:latin typeface="Times New Roman"/>
                          <a:ea typeface="Times New Roman"/>
                        </a:rPr>
                        <a:t>Live mode re-measured, voice options, the second match (Super 8), the one-command pipeline</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r>
              <a:tr h="777240">
                <a:tc>
                  <a:txBody>
                    <a:bodyPr lIns="54720" tIns="54720" rIns="54720" bIns="54720" anchor="ctr">
                      <a:noAutofit/>
                    </a:bodyPr>
                    <a:p>
                      <a:pPr defTabSz="914400">
                        <a:lnSpc>
                          <a:spcPct val="100000"/>
                        </a:lnSpc>
                        <a:tabLst>
                          <a:tab pos="0" algn="l"/>
                        </a:tabLst>
                      </a:pPr>
                      <a:r>
                        <a:rPr lang="en-US" sz="1800" b="1" u="none" strike="noStrike">
                          <a:solidFill>
                            <a:schemeClr val="dk1"/>
                          </a:solidFill>
                          <a:effectLst/>
                          <a:uFillTx/>
                          <a:latin typeface="Times New Roman"/>
                          <a:ea typeface="Times New Roman"/>
                        </a:rPr>
                        <a:t>21/10/26 - 28/10/26 (8 days)</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800" b="0" u="none" strike="noStrike">
                          <a:solidFill>
                            <a:schemeClr val="dk1"/>
                          </a:solidFill>
                          <a:effectLst/>
                          <a:uFillTx/>
                          <a:latin typeface="Times New Roman"/>
                          <a:ea typeface="Times New Roman"/>
                        </a:rPr>
                        <a:t>Commentary on Gemini, TV commentators removed with Demucs, live-plus with named players</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r>
              <a:tr h="777240">
                <a:tc>
                  <a:txBody>
                    <a:bodyPr lIns="54720" tIns="54720" rIns="54720" bIns="54720" anchor="ctr">
                      <a:noAutofit/>
                    </a:bodyPr>
                    <a:p>
                      <a:pPr defTabSz="914400">
                        <a:lnSpc>
                          <a:spcPct val="100000"/>
                        </a:lnSpc>
                        <a:tabLst>
                          <a:tab pos="0" algn="l"/>
                        </a:tabLst>
                      </a:pPr>
                      <a:r>
                        <a:rPr lang="en-US" sz="1800" b="1" u="none" strike="noStrike">
                          <a:solidFill>
                            <a:schemeClr val="dk1"/>
                          </a:solidFill>
                          <a:effectLst/>
                          <a:uFillTx/>
                          <a:latin typeface="Times New Roman"/>
                          <a:ea typeface="Times New Roman"/>
                        </a:rPr>
                        <a:t>29/10/26 (1 day)</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c>
                  <a:txBody>
                    <a:bodyPr lIns="54720" tIns="54720" rIns="54720" bIns="54720" anchor="ctr">
                      <a:noAutofit/>
                    </a:bodyPr>
                    <a:p>
                      <a:pPr defTabSz="914400">
                        <a:lnSpc>
                          <a:spcPct val="100000"/>
                        </a:lnSpc>
                        <a:tabLst>
                          <a:tab pos="0" algn="l"/>
                        </a:tabLst>
                      </a:pPr>
                      <a:r>
                        <a:rPr lang="en-US" sz="1800" b="0" u="none" strike="noStrike">
                          <a:solidFill>
                            <a:schemeClr val="dk1"/>
                          </a:solidFill>
                          <a:effectLst/>
                          <a:uFillTx/>
                          <a:latin typeface="Times New Roman"/>
                          <a:ea typeface="Times New Roman"/>
                        </a:rPr>
                        <a:t>Live naming over a whole match (crease re-calibration); project report</a:t>
                      </a:r>
                      <a:endParaRPr lang="en-US" sz="1800" b="0" u="none" strike="noStrike">
                        <a:solidFill>
                          <a:srgbClr val="000000"/>
                        </a:solidFill>
                        <a:effectLst/>
                        <a:uFillTx/>
                        <a:latin typeface="Arial"/>
                      </a:endParaRPr>
                    </a:p>
                  </a:txBody>
                  <a:tcPr anchor="ctr" marL="54720" marR="54720" marT="54720" marB="54720">
                    <a:lnL>
                      <a:noFill/>
                    </a:lnL>
                    <a:lnR>
                      <a:noFill/>
                    </a:lnR>
                    <a:lnT w="9360">
                      <a:solidFill>
                        <a:srgbClr val="000000"/>
                      </a:solidFill>
                      <a:prstDash val="solid"/>
                    </a:lnT>
                    <a:lnB w="9360">
                      <a:solidFill>
                        <a:srgbClr val="000000"/>
                      </a:solidFill>
                      <a:prstDash val="solid"/>
                    </a:lnB>
                    <a:noFill/>
                  </a:tcPr>
                </a:tc>
              </a:tr>
            </a:tbl>
          </a:graphicData>
        </a:graphic>
      </p:graphicFrame>
      <p:sp>
        <p:nvSpPr>
          <p:cNvPr id="97" name="PlaceHolder 2"/>
          <p:cNvSpPr>
            <a:spLocks noGrp="1"/>
          </p:cNvSpPr>
          <p:nvPr>
            <p:ph type="sldNum" idx="23"/>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27E34F44-9FDE-4D31-9BEA-5B13A0CBD7F3}"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GUIDE DETAILS</a:t>
            </a:r>
            <a:endParaRPr lang="en-US" sz="4800" b="0" u="none" strike="noStrike">
              <a:solidFill>
                <a:schemeClr val="dk1"/>
              </a:solidFill>
              <a:effectLst/>
              <a:uFillTx/>
              <a:latin typeface="Times New Roman"/>
            </a:endParaRPr>
          </a:p>
        </p:txBody>
      </p:sp>
      <p:sp>
        <p:nvSpPr>
          <p:cNvPr id="99" name="guide"/>
          <p:cNvSpPr/>
          <p:nvPr/>
        </p:nvSpPr>
        <p:spPr>
          <a:xfrm>
            <a:off x="1371600" y="1828800"/>
            <a:ext cx="9445320" cy="3291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spcAft>
                <a:spcPts val="601"/>
              </a:spcAft>
              <a:tabLst>
                <a:tab pos="0" algn="l"/>
              </a:tabLst>
            </a:pPr>
            <a:r>
              <a:rPr lang="en-US" sz="2400" b="1" u="sng" strike="noStrike">
                <a:solidFill>
                  <a:schemeClr val="dk1"/>
                </a:solidFill>
                <a:effectLst/>
                <a:uFillTx/>
                <a:latin typeface="Times New Roman"/>
                <a:ea typeface="Times New Roman"/>
              </a:rPr>
              <a:t>Guide</a:t>
            </a:r>
            <a:endParaRPr lang="en-US" sz="2400" b="0" u="none" strike="noStrike">
              <a:solidFill>
                <a:srgbClr val="000000"/>
              </a:solidFill>
              <a:effectLst/>
              <a:uFillTx/>
              <a:latin typeface="Arial"/>
            </a:endParaRPr>
          </a:p>
          <a:p>
            <a:pPr algn="ctr" defTabSz="914400">
              <a:lnSpc>
                <a:spcPct val="100000"/>
              </a:lnSpc>
              <a:spcAft>
                <a:spcPts val="601"/>
              </a:spcAft>
              <a:tabLst>
                <a:tab pos="0" algn="l"/>
              </a:tabLst>
            </a:pPr>
            <a:r>
              <a:rPr lang="en-US" sz="2400" b="1" u="none" strike="noStrike">
                <a:solidFill>
                  <a:schemeClr val="dk1"/>
                </a:solidFill>
                <a:effectLst/>
                <a:uFillTx/>
                <a:latin typeface="Times New Roman"/>
                <a:ea typeface="Times New Roman"/>
              </a:rPr>
              <a:t>Dr. Nirmala B</a:t>
            </a:r>
            <a:endParaRPr lang="en-US" sz="2400" b="0" u="none" strike="noStrike">
              <a:solidFill>
                <a:srgbClr val="000000"/>
              </a:solidFill>
              <a:effectLst/>
              <a:uFillTx/>
              <a:latin typeface="Arial"/>
            </a:endParaRPr>
          </a:p>
          <a:p>
            <a:pPr algn="ctr" defTabSz="914400">
              <a:lnSpc>
                <a:spcPct val="100000"/>
              </a:lnSpc>
              <a:spcAft>
                <a:spcPts val="601"/>
              </a:spcAft>
              <a:tabLst>
                <a:tab pos="0" algn="l"/>
              </a:tabLst>
            </a:pPr>
            <a:r>
              <a:rPr lang="en-US" sz="2400" b="1" u="none" strike="noStrike">
                <a:solidFill>
                  <a:schemeClr val="dk1"/>
                </a:solidFill>
                <a:effectLst/>
                <a:uFillTx/>
                <a:latin typeface="Times New Roman"/>
                <a:ea typeface="Times New Roman"/>
              </a:rPr>
              <a:t>Assistant Professor</a:t>
            </a:r>
            <a:endParaRPr lang="en-US" sz="2400" b="0" u="none" strike="noStrike">
              <a:solidFill>
                <a:srgbClr val="000000"/>
              </a:solidFill>
              <a:effectLst/>
              <a:uFillTx/>
              <a:latin typeface="Arial"/>
            </a:endParaRPr>
          </a:p>
          <a:p>
            <a:pPr algn="ctr" defTabSz="914400">
              <a:lnSpc>
                <a:spcPct val="100000"/>
              </a:lnSpc>
              <a:spcAft>
                <a:spcPts val="601"/>
              </a:spcAft>
              <a:tabLst>
                <a:tab pos="0" algn="l"/>
              </a:tabLst>
            </a:pPr>
            <a:r>
              <a:rPr lang="en-US" sz="2400" b="1" u="none" strike="noStrike">
                <a:solidFill>
                  <a:schemeClr val="dk1"/>
                </a:solidFill>
                <a:effectLst/>
                <a:uFillTx/>
                <a:latin typeface="Times New Roman"/>
                <a:ea typeface="Times New Roman"/>
              </a:rPr>
              <a:t>Department of Artificial Intelligence and Data Analytics</a:t>
            </a:r>
            <a:endParaRPr lang="en-US" sz="2400" b="0" u="none" strike="noStrike">
              <a:solidFill>
                <a:srgbClr val="000000"/>
              </a:solidFill>
              <a:effectLst/>
              <a:uFillTx/>
              <a:latin typeface="Arial"/>
            </a:endParaRPr>
          </a:p>
          <a:p>
            <a:pPr algn="ctr" defTabSz="914400">
              <a:lnSpc>
                <a:spcPct val="100000"/>
              </a:lnSpc>
              <a:spcAft>
                <a:spcPts val="601"/>
              </a:spcAft>
              <a:tabLst>
                <a:tab pos="0" algn="l"/>
              </a:tabLst>
            </a:pPr>
            <a:r>
              <a:rPr lang="en-US" sz="2400" b="1" u="none" strike="noStrike">
                <a:solidFill>
                  <a:schemeClr val="dk1"/>
                </a:solidFill>
                <a:effectLst/>
                <a:uFillTx/>
                <a:latin typeface="Times New Roman"/>
                <a:ea typeface="Times New Roman"/>
              </a:rPr>
              <a:t>Sri Ramachandra Faculty of Engineering and Technology</a:t>
            </a:r>
            <a:endParaRPr lang="en-US" sz="2400" b="0" u="none" strike="noStrike">
              <a:solidFill>
                <a:srgbClr val="000000"/>
              </a:solidFill>
              <a:effectLst/>
              <a:uFillTx/>
              <a:latin typeface="Arial"/>
            </a:endParaRPr>
          </a:p>
          <a:p>
            <a:pPr algn="ctr" defTabSz="914400">
              <a:lnSpc>
                <a:spcPct val="100000"/>
              </a:lnSpc>
              <a:spcAft>
                <a:spcPts val="601"/>
              </a:spcAft>
              <a:tabLst>
                <a:tab pos="0" algn="l"/>
              </a:tabLst>
            </a:pPr>
            <a:r>
              <a:rPr lang="en-US" sz="2400" b="1" u="none" strike="noStrike">
                <a:solidFill>
                  <a:schemeClr val="dk1"/>
                </a:solidFill>
                <a:effectLst/>
                <a:uFillTx/>
                <a:latin typeface="Times New Roman"/>
                <a:ea typeface="Times New Roman"/>
              </a:rPr>
              <a:t>SRIHER, Porur, Chennai - 600 116</a:t>
            </a:r>
            <a:endParaRPr lang="en-US" sz="2400" b="0" u="none" strike="noStrike">
              <a:solidFill>
                <a:srgbClr val="000000"/>
              </a:solidFill>
              <a:effectLst/>
              <a:uFillTx/>
              <a:latin typeface="Arial"/>
            </a:endParaRPr>
          </a:p>
        </p:txBody>
      </p:sp>
      <p:sp>
        <p:nvSpPr>
          <p:cNvPr id="100" name="PlaceHolder 2"/>
          <p:cNvSpPr>
            <a:spLocks noGrp="1"/>
          </p:cNvSpPr>
          <p:nvPr>
            <p:ph type="sldNum" idx="24"/>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A8B55076-EEE0-4353-A75D-EF65BE220E55}"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hasCustomPrompt="1"/>
          </p:nvPr>
        </p:nvSpPr>
        <p:spPr>
          <a:xfrm>
            <a:off x="502920" y="274320"/>
            <a:ext cx="11182680" cy="822600"/>
          </a:xfrm>
          <a:prstGeom prst="rect">
            <a:avLst/>
          </a:prstGeom>
          <a:noFill/>
          <a:ln w="0">
            <a:noFill/>
          </a:ln>
        </p:spPr>
        <p:txBody>
          <a:bodyPr lIns="0" tIns="0" rIns="0" bIns="0" anchor="ctr">
            <a:noAutofit/>
          </a:bodyPr>
          <a:p>
            <a:pPr indent="0" algn="l" defTabSz="914400">
              <a:lnSpc>
                <a:spcPct val="100000"/>
              </a:lnSpc>
              <a:buNone/>
              <a:tabLst>
                <a:tab pos="0" algn="l"/>
              </a:tabLst>
            </a:pPr>
            <a:r>
              <a:rPr lang="en-US" sz="4800" b="1" u="none" strike="noStrike">
                <a:solidFill>
                  <a:schemeClr val="dk2"/>
                </a:solidFill>
                <a:effectLst/>
                <a:uFillTx/>
                <a:latin typeface="Times New Roman"/>
                <a:ea typeface="Times New Roman"/>
              </a:rPr>
              <a:t>REFERENCES</a:t>
            </a:r>
            <a:endParaRPr lang="en-US" sz="4800" b="0" u="none" strike="noStrike">
              <a:solidFill>
                <a:schemeClr val="dk1"/>
              </a:solidFill>
              <a:effectLst/>
              <a:uFillTx/>
              <a:latin typeface="Times New Roman"/>
            </a:endParaRPr>
          </a:p>
        </p:txBody>
      </p:sp>
      <p:sp>
        <p:nvSpPr>
          <p:cNvPr id="102" name="references"/>
          <p:cNvSpPr/>
          <p:nvPr/>
        </p:nvSpPr>
        <p:spPr>
          <a:xfrm>
            <a:off x="502920" y="1234440"/>
            <a:ext cx="11182680" cy="516600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[1]  G. Thomas, R. Gade, T. B. Moeslund, P. Carr and A. Hilton, "Computer vision for sports: Current applications and research topics," Comput. Vis. Image Underst., vol. 159, pp. 3-18, 2017.</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[2]  N. Owens, C. Harris and C. Stennett, "Hawk-eye tennis system," in Proc. Int. Conf. Visual Information Engineering, 2003, pp. 182-185.</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[3]  K. Abbas et al., "Deep-learning-based computer vision approach for the segmentation of ball deliveries and tracking in cricket," arXiv:2211.12009, 2022.</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[4]  Y.-C. Huang et al., "TrackNet: A deep learning network for tracking high-speed and tiny objects in sports applications," in Proc. IEEE AVSS, 2019.</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[5]  R. Voeikov, N. Falaleev and R. Baikulov, "TTNet: Real-time temporal and spatial video analysis of table tennis," in Proc. IEEE/CVF CVPR Workshops, 2020.</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[6]  N. Homayounfar, S. Fidler and R. Urtasun, "Sports field localization via deep structured models," in Proc. IEEE CVPR, 2017.</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[7]  J. Chen and J. J. Little, "Sports camera calibration via synthetic data," in Proc. IEEE/CVF CVPR Workshops, 2019.</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[8]  R. Hartley and A. Zisserman, Multiple View Geometry in Computer Vision, 2nd ed. Cambridge, U.K.: Cambridge Univ. Press, 2004.</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[9]  N. Aharon, R. Orfaig and B.-Z. Bobrovsky, "BoT-SORT: Robust associations multi-pedestrian tracking," arXiv:2206.14651, 2022.</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[10]  E. Rublee, V. Rabaud, K. Konolige and G. Bradski, "ORB: An efficient alternative to SIFT or SURF," in Proc. IEEE ICCV, 2011.</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[11]  A. Sen, K. Deb, P. K. Dhar and T. Koshiba, "CricShotClassify: An approach to classifying batting shots from cricket videos using a CNN and gated recurrent unit," Sensors, vol. 21, no. 8, p. 2846, 2021.</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[12]  Z. Ji et al., "Survey of hallucination in natural language generation," ACM Comput. Surv., vol. 55, no. 12, 2023.</a:t>
            </a:r>
            <a:endParaRPr lang="en-US" sz="1500" b="0" u="none" strike="noStrike">
              <a:solidFill>
                <a:srgbClr val="000000"/>
              </a:solidFill>
              <a:effectLst/>
              <a:uFillTx/>
              <a:latin typeface="Arial"/>
            </a:endParaRPr>
          </a:p>
          <a:p>
            <a:pPr defTabSz="914400">
              <a:lnSpc>
                <a:spcPct val="100000"/>
              </a:lnSpc>
              <a:spcAft>
                <a:spcPts val="499"/>
              </a:spcAft>
              <a:tabLst>
                <a:tab pos="0" algn="l"/>
              </a:tabLst>
            </a:pPr>
            <a:r>
              <a:rPr lang="en-US" sz="1500" b="0" u="none" strike="noStrike">
                <a:solidFill>
                  <a:schemeClr val="dk1"/>
                </a:solidFill>
                <a:effectLst/>
                <a:uFillTx/>
                <a:latin typeface="Times New Roman"/>
                <a:ea typeface="Times New Roman"/>
              </a:rPr>
              <a:t>[13]  S. Rouard, F. Massa and A. Défossez, "Hybrid transformers for music source separation," in Proc. IEEE ICASSP, 2023.</a:t>
            </a:r>
            <a:endParaRPr lang="en-US" sz="1500" b="0" u="none" strike="noStrike">
              <a:solidFill>
                <a:srgbClr val="000000"/>
              </a:solidFill>
              <a:effectLst/>
              <a:uFillTx/>
              <a:latin typeface="Arial"/>
            </a:endParaRPr>
          </a:p>
        </p:txBody>
      </p:sp>
      <p:sp>
        <p:nvSpPr>
          <p:cNvPr id="103" name="PlaceHolder 2"/>
          <p:cNvSpPr>
            <a:spLocks noGrp="1"/>
          </p:cNvSpPr>
          <p:nvPr>
            <p:ph type="sldNum" idx="25"/>
          </p:nvPr>
        </p:nvSpPr>
        <p:spPr>
          <a:xfrm>
            <a:off x="1132020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200" b="0" u="none" strike="noStrike">
                <a:solidFill>
                  <a:schemeClr val="dk1"/>
                </a:solidFill>
                <a:effectLst/>
                <a:uFillTx/>
                <a:latin typeface="Times New Roman"/>
                <a:ea typeface="Times New Roman"/>
              </a:defRPr>
            </a:lvl1pPr>
          </a:lstStyle>
          <a:p>
            <a:pPr indent="0" algn="l" defTabSz="914400">
              <a:lnSpc>
                <a:spcPct val="100000"/>
              </a:lnSpc>
              <a:buNone/>
            </a:pPr>
            <a:fld id="{2F351784-DD26-44F6-9864-FDE2A37C1469}" type="slidenum">
              <a:rPr lang="en-US" sz="1200" b="0" u="none" strike="noStrike">
                <a:solidFill>
                  <a:schemeClr val="dk1"/>
                </a:solidFill>
                <a:effectLst/>
                <a:uFillTx/>
                <a:latin typeface="Times New Roman"/>
                <a:ea typeface="Times New Roman"/>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Text 0"/>
          <p:cNvSpPr/>
          <p:nvPr/>
        </p:nvSpPr>
        <p:spPr>
          <a:xfrm>
            <a:off x="502920" y="2651760"/>
            <a:ext cx="11182680" cy="1462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0" b="1" u="none" strike="noStrike">
                <a:solidFill>
                  <a:schemeClr val="dk2"/>
                </a:solidFill>
                <a:effectLst/>
                <a:uFillTx/>
                <a:latin typeface="Times New Roman"/>
                <a:ea typeface="Times New Roman"/>
              </a:rPr>
              <a:t>THANK YOU</a:t>
            </a:r>
            <a:endParaRPr lang="en-US" sz="7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rickSense Review">
  <a:themeElements>
    <a:clrScheme name="CrickSense Review">
      <a:dk1>
        <a:srgbClr val="000000"/>
      </a:dk1>
      <a:lt1>
        <a:srgbClr val="FFFFFF"/>
      </a:lt1>
      <a:dk2>
        <a:srgbClr val="8B0000"/>
      </a:dk2>
      <a:lt2>
        <a:srgbClr val="F2F2F2"/>
      </a:lt2>
      <a:accent1>
        <a:srgbClr val="8B0000"/>
      </a:accent1>
      <a:accent2>
        <a:srgbClr val="2A78D6"/>
      </a:accent2>
      <a:accent3>
        <a:srgbClr val="EB6834"/>
      </a:accent3>
      <a:accent4>
        <a:srgbClr val="1BAF7A"/>
      </a:accent4>
      <a:accent5>
        <a:srgbClr val="52514E"/>
      </a:accent5>
      <a:accent6>
        <a:srgbClr val="B33A3A"/>
      </a:accent6>
      <a:hlink>
        <a:srgbClr val="2A78D6"/>
      </a:hlink>
      <a:folHlink>
        <a:srgbClr val="6D2E46"/>
      </a:folHlink>
    </a:clrScheme>
    <a:fontScheme name="CrickSense Review">
      <a:majorFont>
        <a:latin typeface="Times New Roman"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LibreOffice/26.8.0.3$Linux_X86_64 LibreOffice_project/680$Build-3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2026-10-29T10:34:37Z</dcterms:created>
  <dc:creator>Kabilash S, Pavitra P</dc:creator>
  <dc:description/>
  <dc:language>en-US</dc:language>
  <cp:lastModifiedBy/>
  <dcterms:modified xsi:type="dcterms:W3CDTF">2026-10-30T12:01:40Z</dcterms:modified>
  <cp:revision>2</cp:revision>
  <dc:subject>PptxGenJS Presentation</dc:subject>
  <dc:title>CrickSense: Ball-by-Ball Analysis of a Cricket Broadcast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23</vt:i4>
  </property>
  <property fmtid="{D5CDD505-2E9C-101B-9397-08002B2CF9AE}" pid="3" name="PresentationFormat">
    <vt:lpwstr>On-screen Show (16:9)</vt:lpwstr>
  </property>
  <property fmtid="{D5CDD505-2E9C-101B-9397-08002B2CF9AE}" pid="4" name="Slides">
    <vt:i4>23</vt:i4>
  </property>
</Properties>
</file>